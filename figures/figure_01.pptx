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664075" cy="3392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8548"/>
    <a:srgbClr val="ABDDDE"/>
    <a:srgbClr val="959595"/>
    <a:srgbClr val="178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7" autoAdjust="0"/>
    <p:restoredTop sz="94660"/>
  </p:normalViewPr>
  <p:slideViewPr>
    <p:cSldViewPr snapToGrid="0">
      <p:cViewPr varScale="1">
        <p:scale>
          <a:sx n="198" d="100"/>
          <a:sy n="198" d="100"/>
        </p:scale>
        <p:origin x="19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6-09-18T15:09:49.447" v="480" actId="20577"/>
      <pc:docMkLst>
        <pc:docMk/>
      </pc:docMkLst>
      <pc:sldChg chg="addSp delSp modSp mod">
        <pc:chgData name="Gilbert, Neil" userId="37be9f5c-8f28-415b-96d6-624acf93bb3f" providerId="ADAL" clId="{18ED56B6-1921-416C-9A28-3F6F3C8390B5}" dt="2026-09-18T15:09:49.447" v="480" actId="20577"/>
        <pc:sldMkLst>
          <pc:docMk/>
          <pc:sldMk cId="2153213621" sldId="256"/>
        </pc:sldMkLst>
        <pc:spChg chg="add mod">
          <ac:chgData name="Gilbert, Neil" userId="37be9f5c-8f28-415b-96d6-624acf93bb3f" providerId="ADAL" clId="{18ED56B6-1921-416C-9A28-3F6F3C8390B5}" dt="2026-09-08T17:44:54.138" v="445" actId="692"/>
          <ac:spMkLst>
            <pc:docMk/>
            <pc:sldMk cId="2153213621" sldId="256"/>
            <ac:spMk id="6" creationId="{69E8A909-6FB5-E326-CDB7-34156B6EB041}"/>
          </ac:spMkLst>
        </pc:spChg>
        <pc:spChg chg="add mod">
          <ac:chgData name="Gilbert, Neil" userId="37be9f5c-8f28-415b-96d6-624acf93bb3f" providerId="ADAL" clId="{18ED56B6-1921-416C-9A28-3F6F3C8390B5}" dt="2026-09-08T17:45:56.891" v="454" actId="692"/>
          <ac:spMkLst>
            <pc:docMk/>
            <pc:sldMk cId="2153213621" sldId="256"/>
            <ac:spMk id="15" creationId="{1A1EFCC9-8EA1-D804-D346-003775B27EFF}"/>
          </ac:spMkLst>
        </pc:spChg>
        <pc:spChg chg="mod">
          <ac:chgData name="Gilbert, Neil" userId="37be9f5c-8f28-415b-96d6-624acf93bb3f" providerId="ADAL" clId="{18ED56B6-1921-416C-9A28-3F6F3C8390B5}" dt="2026-08-26T16:02:42.937" v="436" actId="692"/>
          <ac:spMkLst>
            <pc:docMk/>
            <pc:sldMk cId="2153213621" sldId="256"/>
            <ac:spMk id="18" creationId="{EF8A636C-B096-9EDA-A882-7B44C88B5DA2}"/>
          </ac:spMkLst>
        </pc:spChg>
        <pc:spChg chg="add mod">
          <ac:chgData name="Gilbert, Neil" userId="37be9f5c-8f28-415b-96d6-624acf93bb3f" providerId="ADAL" clId="{18ED56B6-1921-416C-9A28-3F6F3C8390B5}" dt="2026-08-26T16:02:24.578" v="434" actId="692"/>
          <ac:spMkLst>
            <pc:docMk/>
            <pc:sldMk cId="2153213621" sldId="256"/>
            <ac:spMk id="20" creationId="{B72DE5EC-D1B6-ACA0-D773-649C3A22EBA6}"/>
          </ac:spMkLst>
        </pc:spChg>
        <pc:spChg chg="add mod">
          <ac:chgData name="Gilbert, Neil" userId="37be9f5c-8f28-415b-96d6-624acf93bb3f" providerId="ADAL" clId="{18ED56B6-1921-416C-9A28-3F6F3C8390B5}" dt="2026-09-08T17:47:39.774" v="472" actId="2085"/>
          <ac:spMkLst>
            <pc:docMk/>
            <pc:sldMk cId="2153213621" sldId="256"/>
            <ac:spMk id="22" creationId="{6A25B3B9-14EE-8630-2653-935783D04B53}"/>
          </ac:spMkLst>
        </pc:spChg>
        <pc:spChg chg="mod">
          <ac:chgData name="Gilbert, Neil" userId="37be9f5c-8f28-415b-96d6-624acf93bb3f" providerId="ADAL" clId="{18ED56B6-1921-416C-9A28-3F6F3C8390B5}" dt="2026-09-15T18:01:40.939" v="474" actId="692"/>
          <ac:spMkLst>
            <pc:docMk/>
            <pc:sldMk cId="2153213621" sldId="256"/>
            <ac:spMk id="24" creationId="{CE83FDB1-B5D1-82F1-D91D-5ED3180E5B73}"/>
          </ac:spMkLst>
        </pc:spChg>
        <pc:spChg chg="mod">
          <ac:chgData name="Gilbert, Neil" userId="37be9f5c-8f28-415b-96d6-624acf93bb3f" providerId="ADAL" clId="{18ED56B6-1921-416C-9A28-3F6F3C8390B5}" dt="2026-09-18T15:09:49.447" v="480" actId="20577"/>
          <ac:spMkLst>
            <pc:docMk/>
            <pc:sldMk cId="2153213621" sldId="256"/>
            <ac:spMk id="73" creationId="{65207ACC-4EB2-2832-A0D9-3932C5039E22}"/>
          </ac:spMkLst>
        </pc:spChg>
        <pc:picChg chg="add del">
          <ac:chgData name="Gilbert, Neil" userId="37be9f5c-8f28-415b-96d6-624acf93bb3f" providerId="ADAL" clId="{18ED56B6-1921-416C-9A28-3F6F3C8390B5}" dt="2026-09-08T17:45:12.820" v="449" actId="21"/>
          <ac:picMkLst>
            <pc:docMk/>
            <pc:sldMk cId="2153213621" sldId="256"/>
            <ac:picMk id="3" creationId="{E3205EA8-87A9-71EE-E690-E0F18621E2B4}"/>
          </ac:picMkLst>
        </pc:picChg>
        <pc:picChg chg="add mod ord modCrop">
          <ac:chgData name="Gilbert, Neil" userId="37be9f5c-8f28-415b-96d6-624acf93bb3f" providerId="ADAL" clId="{18ED56B6-1921-416C-9A28-3F6F3C8390B5}" dt="2026-09-08T17:47:19.393" v="469" actId="1038"/>
          <ac:picMkLst>
            <pc:docMk/>
            <pc:sldMk cId="2153213621" sldId="256"/>
            <ac:picMk id="12" creationId="{EEAC2AE8-03E8-E3BB-E92F-145038098D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806" y="555206"/>
            <a:ext cx="3964464" cy="1181088"/>
          </a:xfrm>
        </p:spPr>
        <p:txBody>
          <a:bodyPr anchor="b"/>
          <a:lstStyle>
            <a:lvl1pPr algn="ctr">
              <a:defRPr sz="2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010" y="1781842"/>
            <a:ext cx="3498056" cy="819066"/>
          </a:xfrm>
        </p:spPr>
        <p:txBody>
          <a:bodyPr/>
          <a:lstStyle>
            <a:lvl1pPr marL="0" indent="0" algn="ctr">
              <a:buNone/>
              <a:defRPr sz="1187"/>
            </a:lvl1pPr>
            <a:lvl2pPr marL="226177" indent="0" algn="ctr">
              <a:buNone/>
              <a:defRPr sz="989"/>
            </a:lvl2pPr>
            <a:lvl3pPr marL="452354" indent="0" algn="ctr">
              <a:buNone/>
              <a:defRPr sz="890"/>
            </a:lvl3pPr>
            <a:lvl4pPr marL="678531" indent="0" algn="ctr">
              <a:buNone/>
              <a:defRPr sz="792"/>
            </a:lvl4pPr>
            <a:lvl5pPr marL="904707" indent="0" algn="ctr">
              <a:buNone/>
              <a:defRPr sz="792"/>
            </a:lvl5pPr>
            <a:lvl6pPr marL="1130884" indent="0" algn="ctr">
              <a:buNone/>
              <a:defRPr sz="792"/>
            </a:lvl6pPr>
            <a:lvl7pPr marL="1357061" indent="0" algn="ctr">
              <a:buNone/>
              <a:defRPr sz="792"/>
            </a:lvl7pPr>
            <a:lvl8pPr marL="1583238" indent="0" algn="ctr">
              <a:buNone/>
              <a:defRPr sz="792"/>
            </a:lvl8pPr>
            <a:lvl9pPr marL="1809415" indent="0" algn="ctr">
              <a:buNone/>
              <a:defRPr sz="7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8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26" y="845767"/>
            <a:ext cx="4022765" cy="1411181"/>
          </a:xfrm>
        </p:spPr>
        <p:txBody>
          <a:bodyPr anchor="b"/>
          <a:lstStyle>
            <a:lvl1pPr>
              <a:defRPr sz="2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226" y="2270298"/>
            <a:ext cx="4022765" cy="742107"/>
          </a:xfrm>
        </p:spPr>
        <p:txBody>
          <a:bodyPr/>
          <a:lstStyle>
            <a:lvl1pPr marL="0" indent="0">
              <a:buNone/>
              <a:defRPr sz="1187">
                <a:solidFill>
                  <a:schemeClr val="tx1">
                    <a:tint val="82000"/>
                  </a:schemeClr>
                </a:solidFill>
              </a:defRPr>
            </a:lvl1pPr>
            <a:lvl2pPr marL="226177" indent="0">
              <a:buNone/>
              <a:defRPr sz="989">
                <a:solidFill>
                  <a:schemeClr val="tx1">
                    <a:tint val="82000"/>
                  </a:schemeClr>
                </a:solidFill>
              </a:defRPr>
            </a:lvl2pPr>
            <a:lvl3pPr marL="452354" indent="0">
              <a:buNone/>
              <a:defRPr sz="890">
                <a:solidFill>
                  <a:schemeClr val="tx1">
                    <a:tint val="82000"/>
                  </a:schemeClr>
                </a:solidFill>
              </a:defRPr>
            </a:lvl3pPr>
            <a:lvl4pPr marL="678531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4pPr>
            <a:lvl5pPr marL="904707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5pPr>
            <a:lvl6pPr marL="1130884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6pPr>
            <a:lvl7pPr marL="1357061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7pPr>
            <a:lvl8pPr marL="1583238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8pPr>
            <a:lvl9pPr marL="1809415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3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655" y="903093"/>
            <a:ext cx="1982232" cy="21525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1188" y="903093"/>
            <a:ext cx="1982232" cy="21525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9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2" y="180619"/>
            <a:ext cx="4022765" cy="6557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263" y="831631"/>
            <a:ext cx="1973122" cy="407569"/>
          </a:xfrm>
        </p:spPr>
        <p:txBody>
          <a:bodyPr anchor="b"/>
          <a:lstStyle>
            <a:lvl1pPr marL="0" indent="0">
              <a:buNone/>
              <a:defRPr sz="1187" b="1"/>
            </a:lvl1pPr>
            <a:lvl2pPr marL="226177" indent="0">
              <a:buNone/>
              <a:defRPr sz="989" b="1"/>
            </a:lvl2pPr>
            <a:lvl3pPr marL="452354" indent="0">
              <a:buNone/>
              <a:defRPr sz="890" b="1"/>
            </a:lvl3pPr>
            <a:lvl4pPr marL="678531" indent="0">
              <a:buNone/>
              <a:defRPr sz="792" b="1"/>
            </a:lvl4pPr>
            <a:lvl5pPr marL="904707" indent="0">
              <a:buNone/>
              <a:defRPr sz="792" b="1"/>
            </a:lvl5pPr>
            <a:lvl6pPr marL="1130884" indent="0">
              <a:buNone/>
              <a:defRPr sz="792" b="1"/>
            </a:lvl6pPr>
            <a:lvl7pPr marL="1357061" indent="0">
              <a:buNone/>
              <a:defRPr sz="792" b="1"/>
            </a:lvl7pPr>
            <a:lvl8pPr marL="1583238" indent="0">
              <a:buNone/>
              <a:defRPr sz="792" b="1"/>
            </a:lvl8pPr>
            <a:lvl9pPr marL="1809415" indent="0">
              <a:buNone/>
              <a:defRPr sz="7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1263" y="1239201"/>
            <a:ext cx="1973122" cy="1822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1188" y="831631"/>
            <a:ext cx="1982839" cy="407569"/>
          </a:xfrm>
        </p:spPr>
        <p:txBody>
          <a:bodyPr anchor="b"/>
          <a:lstStyle>
            <a:lvl1pPr marL="0" indent="0">
              <a:buNone/>
              <a:defRPr sz="1187" b="1"/>
            </a:lvl1pPr>
            <a:lvl2pPr marL="226177" indent="0">
              <a:buNone/>
              <a:defRPr sz="989" b="1"/>
            </a:lvl2pPr>
            <a:lvl3pPr marL="452354" indent="0">
              <a:buNone/>
              <a:defRPr sz="890" b="1"/>
            </a:lvl3pPr>
            <a:lvl4pPr marL="678531" indent="0">
              <a:buNone/>
              <a:defRPr sz="792" b="1"/>
            </a:lvl4pPr>
            <a:lvl5pPr marL="904707" indent="0">
              <a:buNone/>
              <a:defRPr sz="792" b="1"/>
            </a:lvl5pPr>
            <a:lvl6pPr marL="1130884" indent="0">
              <a:buNone/>
              <a:defRPr sz="792" b="1"/>
            </a:lvl6pPr>
            <a:lvl7pPr marL="1357061" indent="0">
              <a:buNone/>
              <a:defRPr sz="792" b="1"/>
            </a:lvl7pPr>
            <a:lvl8pPr marL="1583238" indent="0">
              <a:buNone/>
              <a:defRPr sz="792" b="1"/>
            </a:lvl8pPr>
            <a:lvl9pPr marL="1809415" indent="0">
              <a:buNone/>
              <a:defRPr sz="7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1188" y="1239201"/>
            <a:ext cx="1982839" cy="1822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1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2" y="226166"/>
            <a:ext cx="1504286" cy="791581"/>
          </a:xfrm>
        </p:spPr>
        <p:txBody>
          <a:bodyPr anchor="b"/>
          <a:lstStyle>
            <a:lvl1pPr>
              <a:defRPr sz="1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839" y="488456"/>
            <a:ext cx="2361188" cy="2410865"/>
          </a:xfrm>
        </p:spPr>
        <p:txBody>
          <a:bodyPr/>
          <a:lstStyle>
            <a:lvl1pPr>
              <a:defRPr sz="1583"/>
            </a:lvl1pPr>
            <a:lvl2pPr>
              <a:defRPr sz="1385"/>
            </a:lvl2pPr>
            <a:lvl3pPr>
              <a:defRPr sz="1187"/>
            </a:lvl3pPr>
            <a:lvl4pPr>
              <a:defRPr sz="989"/>
            </a:lvl4pPr>
            <a:lvl5pPr>
              <a:defRPr sz="989"/>
            </a:lvl5pPr>
            <a:lvl6pPr>
              <a:defRPr sz="989"/>
            </a:lvl6pPr>
            <a:lvl7pPr>
              <a:defRPr sz="989"/>
            </a:lvl7pPr>
            <a:lvl8pPr>
              <a:defRPr sz="989"/>
            </a:lvl8pPr>
            <a:lvl9pPr>
              <a:defRPr sz="9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262" y="1017746"/>
            <a:ext cx="1504286" cy="1885501"/>
          </a:xfrm>
        </p:spPr>
        <p:txBody>
          <a:bodyPr/>
          <a:lstStyle>
            <a:lvl1pPr marL="0" indent="0">
              <a:buNone/>
              <a:defRPr sz="792"/>
            </a:lvl1pPr>
            <a:lvl2pPr marL="226177" indent="0">
              <a:buNone/>
              <a:defRPr sz="693"/>
            </a:lvl2pPr>
            <a:lvl3pPr marL="452354" indent="0">
              <a:buNone/>
              <a:defRPr sz="594"/>
            </a:lvl3pPr>
            <a:lvl4pPr marL="678531" indent="0">
              <a:buNone/>
              <a:defRPr sz="495"/>
            </a:lvl4pPr>
            <a:lvl5pPr marL="904707" indent="0">
              <a:buNone/>
              <a:defRPr sz="495"/>
            </a:lvl5pPr>
            <a:lvl6pPr marL="1130884" indent="0">
              <a:buNone/>
              <a:defRPr sz="495"/>
            </a:lvl6pPr>
            <a:lvl7pPr marL="1357061" indent="0">
              <a:buNone/>
              <a:defRPr sz="495"/>
            </a:lvl7pPr>
            <a:lvl8pPr marL="1583238" indent="0">
              <a:buNone/>
              <a:defRPr sz="495"/>
            </a:lvl8pPr>
            <a:lvl9pPr marL="1809415" indent="0">
              <a:buNone/>
              <a:defRPr sz="4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2" y="226166"/>
            <a:ext cx="1504286" cy="791581"/>
          </a:xfrm>
        </p:spPr>
        <p:txBody>
          <a:bodyPr anchor="b"/>
          <a:lstStyle>
            <a:lvl1pPr>
              <a:defRPr sz="1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2839" y="488456"/>
            <a:ext cx="2361188" cy="2410865"/>
          </a:xfrm>
        </p:spPr>
        <p:txBody>
          <a:bodyPr anchor="t"/>
          <a:lstStyle>
            <a:lvl1pPr marL="0" indent="0">
              <a:buNone/>
              <a:defRPr sz="1583"/>
            </a:lvl1pPr>
            <a:lvl2pPr marL="226177" indent="0">
              <a:buNone/>
              <a:defRPr sz="1385"/>
            </a:lvl2pPr>
            <a:lvl3pPr marL="452354" indent="0">
              <a:buNone/>
              <a:defRPr sz="1187"/>
            </a:lvl3pPr>
            <a:lvl4pPr marL="678531" indent="0">
              <a:buNone/>
              <a:defRPr sz="989"/>
            </a:lvl4pPr>
            <a:lvl5pPr marL="904707" indent="0">
              <a:buNone/>
              <a:defRPr sz="989"/>
            </a:lvl5pPr>
            <a:lvl6pPr marL="1130884" indent="0">
              <a:buNone/>
              <a:defRPr sz="989"/>
            </a:lvl6pPr>
            <a:lvl7pPr marL="1357061" indent="0">
              <a:buNone/>
              <a:defRPr sz="989"/>
            </a:lvl7pPr>
            <a:lvl8pPr marL="1583238" indent="0">
              <a:buNone/>
              <a:defRPr sz="989"/>
            </a:lvl8pPr>
            <a:lvl9pPr marL="1809415" indent="0">
              <a:buNone/>
              <a:defRPr sz="9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262" y="1017746"/>
            <a:ext cx="1504286" cy="1885501"/>
          </a:xfrm>
        </p:spPr>
        <p:txBody>
          <a:bodyPr/>
          <a:lstStyle>
            <a:lvl1pPr marL="0" indent="0">
              <a:buNone/>
              <a:defRPr sz="792"/>
            </a:lvl1pPr>
            <a:lvl2pPr marL="226177" indent="0">
              <a:buNone/>
              <a:defRPr sz="693"/>
            </a:lvl2pPr>
            <a:lvl3pPr marL="452354" indent="0">
              <a:buNone/>
              <a:defRPr sz="594"/>
            </a:lvl3pPr>
            <a:lvl4pPr marL="678531" indent="0">
              <a:buNone/>
              <a:defRPr sz="495"/>
            </a:lvl4pPr>
            <a:lvl5pPr marL="904707" indent="0">
              <a:buNone/>
              <a:defRPr sz="495"/>
            </a:lvl5pPr>
            <a:lvl6pPr marL="1130884" indent="0">
              <a:buNone/>
              <a:defRPr sz="495"/>
            </a:lvl6pPr>
            <a:lvl7pPr marL="1357061" indent="0">
              <a:buNone/>
              <a:defRPr sz="495"/>
            </a:lvl7pPr>
            <a:lvl8pPr marL="1583238" indent="0">
              <a:buNone/>
              <a:defRPr sz="495"/>
            </a:lvl8pPr>
            <a:lvl9pPr marL="1809415" indent="0">
              <a:buNone/>
              <a:defRPr sz="4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7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3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37729" y="180618"/>
            <a:ext cx="1005691" cy="28749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655" y="180618"/>
            <a:ext cx="2958773" cy="2874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6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655" y="180619"/>
            <a:ext cx="4022765" cy="655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655" y="903093"/>
            <a:ext cx="4022765" cy="2152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0655" y="3144334"/>
            <a:ext cx="1049417" cy="180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73ADB-E1A9-41CB-9D31-1DB388EE9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4975" y="3144334"/>
            <a:ext cx="1574125" cy="180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94003" y="3144334"/>
            <a:ext cx="1049417" cy="180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5DCBA-806F-474A-B265-DB976530D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3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2354" rtl="0" eaLnBrk="1" latinLnBrk="0" hangingPunct="1">
        <a:lnSpc>
          <a:spcPct val="90000"/>
        </a:lnSpc>
        <a:spcBef>
          <a:spcPct val="0"/>
        </a:spcBef>
        <a:buNone/>
        <a:defRPr sz="21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088" indent="-113088" algn="l" defTabSz="452354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39265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1187" kern="1200">
          <a:solidFill>
            <a:schemeClr val="tx1"/>
          </a:solidFill>
          <a:latin typeface="+mn-lt"/>
          <a:ea typeface="+mn-ea"/>
          <a:cs typeface="+mn-cs"/>
        </a:defRPr>
      </a:lvl2pPr>
      <a:lvl3pPr marL="565442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989" kern="1200">
          <a:solidFill>
            <a:schemeClr val="tx1"/>
          </a:solidFill>
          <a:latin typeface="+mn-lt"/>
          <a:ea typeface="+mn-ea"/>
          <a:cs typeface="+mn-cs"/>
        </a:defRPr>
      </a:lvl3pPr>
      <a:lvl4pPr marL="791619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4pPr>
      <a:lvl5pPr marL="1017796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5pPr>
      <a:lvl6pPr marL="1243973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6pPr>
      <a:lvl7pPr marL="1470149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7pPr>
      <a:lvl8pPr marL="1696326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8pPr>
      <a:lvl9pPr marL="1922503" indent="-113088" algn="l" defTabSz="45235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1pPr>
      <a:lvl2pPr marL="226177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52354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3pPr>
      <a:lvl4pPr marL="678531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4pPr>
      <a:lvl5pPr marL="904707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5pPr>
      <a:lvl6pPr marL="1130884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6pPr>
      <a:lvl7pPr marL="1357061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7pPr>
      <a:lvl8pPr marL="1583238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8pPr>
      <a:lvl9pPr marL="1809415" algn="l" defTabSz="452354" rtl="0" eaLnBrk="1" latinLnBrk="0" hangingPunct="1">
        <a:defRPr sz="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AB708615-738A-63C2-8A5A-3FEE00AF8C98}"/>
              </a:ext>
            </a:extLst>
          </p:cNvPr>
          <p:cNvGrpSpPr/>
          <p:nvPr/>
        </p:nvGrpSpPr>
        <p:grpSpPr>
          <a:xfrm>
            <a:off x="45720" y="45720"/>
            <a:ext cx="4591462" cy="3297289"/>
            <a:chOff x="3684581" y="426927"/>
            <a:chExt cx="4591462" cy="329728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3FFB223-460F-A6E0-1CCA-71E89EBD8EAB}"/>
                </a:ext>
              </a:extLst>
            </p:cNvPr>
            <p:cNvSpPr/>
            <p:nvPr/>
          </p:nvSpPr>
          <p:spPr>
            <a:xfrm>
              <a:off x="6954118" y="2837124"/>
              <a:ext cx="914445" cy="1714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Lago Nahuel Huapi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2D2E7ED-1F34-383F-ADFE-986991A00D23}"/>
                </a:ext>
              </a:extLst>
            </p:cNvPr>
            <p:cNvGrpSpPr/>
            <p:nvPr/>
          </p:nvGrpSpPr>
          <p:grpSpPr>
            <a:xfrm>
              <a:off x="5939529" y="430421"/>
              <a:ext cx="2336514" cy="3293795"/>
              <a:chOff x="5939529" y="430421"/>
              <a:chExt cx="2336514" cy="3293795"/>
            </a:xfrm>
          </p:grpSpPr>
          <p:pic>
            <p:nvPicPr>
              <p:cNvPr id="110" name="Picture 109" descr="A map of the world&#10;&#10;AI-generated content may be incorrect.">
                <a:extLst>
                  <a:ext uri="{FF2B5EF4-FFF2-40B4-BE49-F238E27FC236}">
                    <a16:creationId xmlns:a16="http://schemas.microsoft.com/office/drawing/2014/main" id="{31A2B81A-1B31-688D-49B8-26B201BE3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66" t="10870" r="42708" b="25155"/>
              <a:stretch>
                <a:fillRect/>
              </a:stretch>
            </p:blipFill>
            <p:spPr>
              <a:xfrm>
                <a:off x="6007608" y="430421"/>
                <a:ext cx="2228850" cy="2047460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51C9164B-B11F-5AE2-749D-4B5F29F839A6}"/>
                  </a:ext>
                </a:extLst>
              </p:cNvPr>
              <p:cNvCxnSpPr>
                <a:cxnSpLocks/>
                <a:endCxn id="113" idx="2"/>
              </p:cNvCxnSpPr>
              <p:nvPr/>
            </p:nvCxnSpPr>
            <p:spPr>
              <a:xfrm flipV="1">
                <a:off x="6000750" y="2209323"/>
                <a:ext cx="800814" cy="3419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E7E5708-96F0-1F47-39D2-B82392D7DF97}"/>
                  </a:ext>
                </a:extLst>
              </p:cNvPr>
              <p:cNvCxnSpPr>
                <a:cxnSpLocks/>
                <a:stCxn id="113" idx="6"/>
              </p:cNvCxnSpPr>
              <p:nvPr/>
            </p:nvCxnSpPr>
            <p:spPr>
              <a:xfrm>
                <a:off x="6893004" y="2209323"/>
                <a:ext cx="1343739" cy="3419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AF3AFA2-3A4F-1ECA-2749-AA94A6CCD742}"/>
                  </a:ext>
                </a:extLst>
              </p:cNvPr>
              <p:cNvSpPr/>
              <p:nvPr/>
            </p:nvSpPr>
            <p:spPr>
              <a:xfrm>
                <a:off x="6801564" y="2163603"/>
                <a:ext cx="91440" cy="914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5E26187B-F6FA-731A-C4B7-595AE15CA0C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998464" y="2547826"/>
                <a:ext cx="2231136" cy="917999"/>
                <a:chOff x="5991662" y="4391279"/>
                <a:chExt cx="2081213" cy="856314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60D75E62-563E-F11B-1847-6A1DCF97B985}"/>
                    </a:ext>
                  </a:extLst>
                </p:cNvPr>
                <p:cNvSpPr/>
                <p:nvPr/>
              </p:nvSpPr>
              <p:spPr>
                <a:xfrm>
                  <a:off x="6019799" y="4394536"/>
                  <a:ext cx="2026445" cy="853057"/>
                </a:xfrm>
                <a:prstGeom prst="rect">
                  <a:avLst/>
                </a:prstGeom>
                <a:solidFill>
                  <a:srgbClr val="ABDDD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26" name="Picture 125" descr="A pixelated image of a bird&#10;&#10;AI-generated content may be incorrect.">
                  <a:extLst>
                    <a:ext uri="{FF2B5EF4-FFF2-40B4-BE49-F238E27FC236}">
                      <a16:creationId xmlns:a16="http://schemas.microsoft.com/office/drawing/2014/main" id="{CB3C2011-E296-1365-590D-446A75850F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12" t="32242" r="13020" b="15930"/>
                <a:stretch>
                  <a:fillRect/>
                </a:stretch>
              </p:blipFill>
              <p:spPr>
                <a:xfrm>
                  <a:off x="5991662" y="4391279"/>
                  <a:ext cx="2081213" cy="853057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8C60311-D138-E5C3-9557-364BA97F9061}"/>
                  </a:ext>
                </a:extLst>
              </p:cNvPr>
              <p:cNvGrpSpPr/>
              <p:nvPr/>
            </p:nvGrpSpPr>
            <p:grpSpPr>
              <a:xfrm>
                <a:off x="7669620" y="3527836"/>
                <a:ext cx="606423" cy="171449"/>
                <a:chOff x="7531506" y="3527836"/>
                <a:chExt cx="606423" cy="171449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F7BFD811-859E-9A22-F8B9-510A7FC22511}"/>
                    </a:ext>
                  </a:extLst>
                </p:cNvPr>
                <p:cNvSpPr/>
                <p:nvPr/>
              </p:nvSpPr>
              <p:spPr>
                <a:xfrm>
                  <a:off x="7557730" y="3594735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B30F0436-43ED-1B6D-9B2B-A6B2850D7107}"/>
                    </a:ext>
                  </a:extLst>
                </p:cNvPr>
                <p:cNvSpPr/>
                <p:nvPr/>
              </p:nvSpPr>
              <p:spPr>
                <a:xfrm>
                  <a:off x="7531506" y="3527836"/>
                  <a:ext cx="606423" cy="1714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camera</a:t>
                  </a: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231E4A8D-A532-3F66-338D-D740DF4A5661}"/>
                  </a:ext>
                </a:extLst>
              </p:cNvPr>
              <p:cNvGrpSpPr/>
              <p:nvPr/>
            </p:nvGrpSpPr>
            <p:grpSpPr>
              <a:xfrm>
                <a:off x="5939529" y="3494029"/>
                <a:ext cx="1630078" cy="230187"/>
                <a:chOff x="5887142" y="3505934"/>
                <a:chExt cx="1630078" cy="230187"/>
              </a:xfrm>
            </p:grpSpPr>
            <p:pic>
              <p:nvPicPr>
                <p:cNvPr id="119" name="Picture 118" descr="A pixelated image of a bird&#10;&#10;AI-generated content may be incorrect.">
                  <a:extLst>
                    <a:ext uri="{FF2B5EF4-FFF2-40B4-BE49-F238E27FC236}">
                      <a16:creationId xmlns:a16="http://schemas.microsoft.com/office/drawing/2014/main" id="{9C8DA050-43D5-A721-B5BA-6D738020CC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783" t="578" r="30753" b="89704"/>
                <a:stretch>
                  <a:fillRect/>
                </a:stretch>
              </p:blipFill>
              <p:spPr>
                <a:xfrm>
                  <a:off x="6155897" y="3531871"/>
                  <a:ext cx="1101725" cy="171449"/>
                </a:xfrm>
                <a:prstGeom prst="rect">
                  <a:avLst/>
                </a:prstGeom>
              </p:spPr>
            </p:pic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A7FF4D3-2737-1F9C-0FD7-AD849A6D5D22}"/>
                    </a:ext>
                  </a:extLst>
                </p:cNvPr>
                <p:cNvSpPr/>
                <p:nvPr/>
              </p:nvSpPr>
              <p:spPr>
                <a:xfrm>
                  <a:off x="5887142" y="3564672"/>
                  <a:ext cx="395288" cy="1714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i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low</a:t>
                  </a: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C85CFA6-B398-F741-0F30-D0CCF7D7D5FF}"/>
                    </a:ext>
                  </a:extLst>
                </p:cNvPr>
                <p:cNvSpPr/>
                <p:nvPr/>
              </p:nvSpPr>
              <p:spPr>
                <a:xfrm>
                  <a:off x="7121932" y="3564671"/>
                  <a:ext cx="395288" cy="1714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i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high</a:t>
                  </a: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301BBEA5-8ED6-AB60-9B8A-815C2A72C8C0}"/>
                    </a:ext>
                  </a:extLst>
                </p:cNvPr>
                <p:cNvSpPr/>
                <p:nvPr/>
              </p:nvSpPr>
              <p:spPr>
                <a:xfrm>
                  <a:off x="6097075" y="3505934"/>
                  <a:ext cx="1172837" cy="1149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urbanization</a:t>
                  </a:r>
                </a:p>
              </p:txBody>
            </p:sp>
          </p:grp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ED27F87-1A22-5F41-C868-A3006720FC1B}"/>
                  </a:ext>
                </a:extLst>
              </p:cNvPr>
              <p:cNvSpPr/>
              <p:nvPr/>
            </p:nvSpPr>
            <p:spPr>
              <a:xfrm>
                <a:off x="6035162" y="3353437"/>
                <a:ext cx="228600" cy="914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5 km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1407F41-F8BF-7067-8735-C21C94165214}"/>
                  </a:ext>
                </a:extLst>
              </p:cNvPr>
              <p:cNvSpPr/>
              <p:nvPr/>
            </p:nvSpPr>
            <p:spPr>
              <a:xfrm>
                <a:off x="6149462" y="1877800"/>
                <a:ext cx="739621" cy="3566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Bariloche, Argentina</a:t>
                </a:r>
              </a:p>
            </p:txBody>
          </p:sp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72B853F-65E5-E764-E207-2A7EE73ED7F0}"/>
                </a:ext>
              </a:extLst>
            </p:cNvPr>
            <p:cNvSpPr/>
            <p:nvPr/>
          </p:nvSpPr>
          <p:spPr>
            <a:xfrm>
              <a:off x="7065304" y="790530"/>
              <a:ext cx="680799" cy="201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 cities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44092E2-A746-B672-36D0-A8BCF0359711}"/>
                </a:ext>
              </a:extLst>
            </p:cNvPr>
            <p:cNvGrpSpPr/>
            <p:nvPr/>
          </p:nvGrpSpPr>
          <p:grpSpPr>
            <a:xfrm>
              <a:off x="3684581" y="2551320"/>
              <a:ext cx="1069848" cy="1152000"/>
              <a:chOff x="3684581" y="2551320"/>
              <a:chExt cx="1069848" cy="1152000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AF01FD8B-4CF1-4153-11F5-543B070B5088}"/>
                  </a:ext>
                </a:extLst>
              </p:cNvPr>
              <p:cNvSpPr/>
              <p:nvPr/>
            </p:nvSpPr>
            <p:spPr>
              <a:xfrm>
                <a:off x="3684581" y="2551320"/>
                <a:ext cx="1069848" cy="11520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EEB02BE-9FE2-C38F-4119-364DC3F536C2}"/>
                  </a:ext>
                </a:extLst>
              </p:cNvPr>
              <p:cNvGrpSpPr/>
              <p:nvPr/>
            </p:nvGrpSpPr>
            <p:grpSpPr>
              <a:xfrm>
                <a:off x="3700517" y="2618049"/>
                <a:ext cx="1016174" cy="1009994"/>
                <a:chOff x="620510" y="2391638"/>
                <a:chExt cx="1016174" cy="1009994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231CBFE5-41B0-85E5-42B8-2E9C8F2813FE}"/>
                    </a:ext>
                  </a:extLst>
                </p:cNvPr>
                <p:cNvGrpSpPr/>
                <p:nvPr/>
              </p:nvGrpSpPr>
              <p:grpSpPr>
                <a:xfrm>
                  <a:off x="620510" y="2391638"/>
                  <a:ext cx="1016174" cy="1009994"/>
                  <a:chOff x="1125335" y="1020032"/>
                  <a:chExt cx="1016174" cy="1009994"/>
                </a:xfrm>
              </p:grpSpPr>
              <p:grpSp>
                <p:nvGrpSpPr>
                  <p:cNvPr id="101" name="Group 100">
                    <a:extLst>
                      <a:ext uri="{FF2B5EF4-FFF2-40B4-BE49-F238E27FC236}">
                        <a16:creationId xmlns:a16="http://schemas.microsoft.com/office/drawing/2014/main" id="{80B0F067-DB5D-3D96-E92D-19B6BB1A51AC}"/>
                      </a:ext>
                    </a:extLst>
                  </p:cNvPr>
                  <p:cNvGrpSpPr/>
                  <p:nvPr/>
                </p:nvGrpSpPr>
                <p:grpSpPr>
                  <a:xfrm>
                    <a:off x="1125335" y="1088408"/>
                    <a:ext cx="1016174" cy="941618"/>
                    <a:chOff x="1125335" y="1088408"/>
                    <a:chExt cx="1016174" cy="941618"/>
                  </a:xfrm>
                </p:grpSpPr>
                <p:grpSp>
                  <p:nvGrpSpPr>
                    <p:cNvPr id="104" name="Group 103">
                      <a:extLst>
                        <a:ext uri="{FF2B5EF4-FFF2-40B4-BE49-F238E27FC236}">
                          <a16:creationId xmlns:a16="http://schemas.microsoft.com/office/drawing/2014/main" id="{3712CFB5-4552-A2CF-70C7-5033FBA5C6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636" y="1088412"/>
                      <a:ext cx="894873" cy="941614"/>
                      <a:chOff x="1246636" y="1088412"/>
                      <a:chExt cx="894873" cy="941614"/>
                    </a:xfrm>
                  </p:grpSpPr>
                  <p:sp>
                    <p:nvSpPr>
                      <p:cNvPr id="106" name="Rectangle 105">
                        <a:extLst>
                          <a:ext uri="{FF2B5EF4-FFF2-40B4-BE49-F238E27FC236}">
                            <a16:creationId xmlns:a16="http://schemas.microsoft.com/office/drawing/2014/main" id="{4FE18461-E18A-7A00-678F-CA07237C51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6636" y="1878999"/>
                        <a:ext cx="894873" cy="151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rIns="0" rtlCol="0" anchor="ctr"/>
                      <a:lstStyle/>
                      <a:p>
                        <a:pPr algn="ctr"/>
                        <a:r>
                          <a:rPr lang="en-US" sz="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urbanization</a:t>
                        </a:r>
                      </a:p>
                    </p:txBody>
                  </p:sp>
                  <p:grpSp>
                    <p:nvGrpSpPr>
                      <p:cNvPr id="107" name="Group 106">
                        <a:extLst>
                          <a:ext uri="{FF2B5EF4-FFF2-40B4-BE49-F238E27FC236}">
                            <a16:creationId xmlns:a16="http://schemas.microsoft.com/office/drawing/2014/main" id="{0E871E2C-9BCC-BE48-5F7F-1E64C6A413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74321" y="1088412"/>
                        <a:ext cx="841249" cy="804672"/>
                        <a:chOff x="1274321" y="1088412"/>
                        <a:chExt cx="841249" cy="804672"/>
                      </a:xfrm>
                    </p:grpSpPr>
                    <p:cxnSp>
                      <p:nvCxnSpPr>
                        <p:cNvPr id="108" name="Straight Connector 107">
                          <a:extLst>
                            <a:ext uri="{FF2B5EF4-FFF2-40B4-BE49-F238E27FC236}">
                              <a16:creationId xmlns:a16="http://schemas.microsoft.com/office/drawing/2014/main" id="{0FE8173C-80FA-9548-192D-635C1013CE8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274321" y="1088412"/>
                          <a:ext cx="2" cy="804672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9" name="Straight Connector 108">
                          <a:extLst>
                            <a:ext uri="{FF2B5EF4-FFF2-40B4-BE49-F238E27FC236}">
                              <a16:creationId xmlns:a16="http://schemas.microsoft.com/office/drawing/2014/main" id="{BBCB628C-EFAE-DCE0-1165-9417881147E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274322" y="1887162"/>
                          <a:ext cx="841248" cy="4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105" name="Rectangle 104">
                      <a:extLst>
                        <a:ext uri="{FF2B5EF4-FFF2-40B4-BE49-F238E27FC236}">
                          <a16:creationId xmlns:a16="http://schemas.microsoft.com/office/drawing/2014/main" id="{42A969D0-0743-1EDB-7883-15416227601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00451" y="1413292"/>
                      <a:ext cx="798753" cy="1489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</a:t>
                      </a:r>
                    </a:p>
                  </p:txBody>
                </p:sp>
              </p:grpSp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D71F81B1-34CA-4F07-9ADF-DA7F4F495659}"/>
                      </a:ext>
                    </a:extLst>
                  </p:cNvPr>
                  <p:cNvSpPr/>
                  <p:nvPr/>
                </p:nvSpPr>
                <p:spPr>
                  <a:xfrm>
                    <a:off x="1258934" y="1230866"/>
                    <a:ext cx="437958" cy="219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b="1" dirty="0">
                        <a:solidFill>
                          <a:srgbClr val="178F9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cats</a:t>
                    </a:r>
                  </a:p>
                </p:txBody>
              </p:sp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5AF26F48-D4BE-80D6-EFB3-2AB701C5FCAE}"/>
                      </a:ext>
                    </a:extLst>
                  </p:cNvPr>
                  <p:cNvSpPr/>
                  <p:nvPr/>
                </p:nvSpPr>
                <p:spPr>
                  <a:xfrm>
                    <a:off x="1700775" y="1020032"/>
                    <a:ext cx="404812" cy="219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900" b="1" dirty="0">
                        <a:solidFill>
                          <a:srgbClr val="AE854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no cats</a:t>
                    </a:r>
                  </a:p>
                </p:txBody>
              </p:sp>
            </p:grp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3D20E592-C345-7D50-D795-0C0DAB21BC8D}"/>
                    </a:ext>
                  </a:extLst>
                </p:cNvPr>
                <p:cNvSpPr/>
                <p:nvPr/>
              </p:nvSpPr>
              <p:spPr>
                <a:xfrm>
                  <a:off x="831300" y="2533458"/>
                  <a:ext cx="748797" cy="670494"/>
                </a:xfrm>
                <a:custGeom>
                  <a:avLst/>
                  <a:gdLst>
                    <a:gd name="connsiteX0" fmla="*/ 0 w 1490662"/>
                    <a:gd name="connsiteY0" fmla="*/ 0 h 1076325"/>
                    <a:gd name="connsiteX1" fmla="*/ 538162 w 1490662"/>
                    <a:gd name="connsiteY1" fmla="*/ 190500 h 1076325"/>
                    <a:gd name="connsiteX2" fmla="*/ 957262 w 1490662"/>
                    <a:gd name="connsiteY2" fmla="*/ 914400 h 1076325"/>
                    <a:gd name="connsiteX3" fmla="*/ 1490662 w 1490662"/>
                    <a:gd name="connsiteY3" fmla="*/ 1076325 h 1076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0662" h="1076325">
                      <a:moveTo>
                        <a:pt x="0" y="0"/>
                      </a:moveTo>
                      <a:cubicBezTo>
                        <a:pt x="189309" y="19050"/>
                        <a:pt x="378618" y="38100"/>
                        <a:pt x="538162" y="190500"/>
                      </a:cubicBezTo>
                      <a:cubicBezTo>
                        <a:pt x="697706" y="342900"/>
                        <a:pt x="798512" y="766763"/>
                        <a:pt x="957262" y="914400"/>
                      </a:cubicBezTo>
                      <a:cubicBezTo>
                        <a:pt x="1116012" y="1062038"/>
                        <a:pt x="1303337" y="1069181"/>
                        <a:pt x="1490662" y="1076325"/>
                      </a:cubicBezTo>
                    </a:path>
                  </a:pathLst>
                </a:custGeom>
                <a:noFill/>
                <a:ln w="38100">
                  <a:solidFill>
                    <a:srgbClr val="178F9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295EF63-00F5-72BF-5EC2-B3BD38DD0396}"/>
                </a:ext>
              </a:extLst>
            </p:cNvPr>
            <p:cNvSpPr/>
            <p:nvPr/>
          </p:nvSpPr>
          <p:spPr>
            <a:xfrm>
              <a:off x="7013609" y="2754929"/>
              <a:ext cx="784191" cy="2807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Lago Nahuel Huapi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5207ACC-4EB2-2832-A0D9-3932C5039E22}"/>
                </a:ext>
              </a:extLst>
            </p:cNvPr>
            <p:cNvSpPr/>
            <p:nvPr/>
          </p:nvSpPr>
          <p:spPr>
            <a:xfrm>
              <a:off x="6954118" y="959507"/>
              <a:ext cx="771062" cy="201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54 taxa</a:t>
              </a:r>
              <a:endPara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90C05C2-7BC6-01BD-A250-8BA69336437E}"/>
                </a:ext>
              </a:extLst>
            </p:cNvPr>
            <p:cNvGrpSpPr/>
            <p:nvPr/>
          </p:nvGrpSpPr>
          <p:grpSpPr>
            <a:xfrm>
              <a:off x="4846320" y="2551176"/>
              <a:ext cx="1069848" cy="1152000"/>
              <a:chOff x="3776472" y="3980883"/>
              <a:chExt cx="1069848" cy="1152000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97BA132A-C95C-CAAA-D0E5-BDEDD0B3D085}"/>
                  </a:ext>
                </a:extLst>
              </p:cNvPr>
              <p:cNvGrpSpPr/>
              <p:nvPr/>
            </p:nvGrpSpPr>
            <p:grpSpPr>
              <a:xfrm>
                <a:off x="3776472" y="3980883"/>
                <a:ext cx="1069848" cy="1152000"/>
                <a:chOff x="3684581" y="2551320"/>
                <a:chExt cx="1069848" cy="1152000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7BABAC17-CC23-3447-254E-CAFB35792C73}"/>
                    </a:ext>
                  </a:extLst>
                </p:cNvPr>
                <p:cNvSpPr/>
                <p:nvPr/>
              </p:nvSpPr>
              <p:spPr>
                <a:xfrm>
                  <a:off x="3684581" y="2551320"/>
                  <a:ext cx="1069848" cy="1152000"/>
                </a:xfrm>
                <a:prstGeom prst="rect">
                  <a:avLst/>
                </a:prstGeom>
                <a:solidFill>
                  <a:schemeClr val="accent1">
                    <a:alpha val="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FAE1A2F8-9C34-9965-94E0-CB782B2D8A2D}"/>
                    </a:ext>
                  </a:extLst>
                </p:cNvPr>
                <p:cNvGrpSpPr/>
                <p:nvPr/>
              </p:nvGrpSpPr>
              <p:grpSpPr>
                <a:xfrm>
                  <a:off x="3700517" y="2686425"/>
                  <a:ext cx="1016174" cy="941618"/>
                  <a:chOff x="1125335" y="1088408"/>
                  <a:chExt cx="1016174" cy="941618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AA772A9C-D490-21F8-88C6-0D1B8B5DA3D1}"/>
                      </a:ext>
                    </a:extLst>
                  </p:cNvPr>
                  <p:cNvGrpSpPr/>
                  <p:nvPr/>
                </p:nvGrpSpPr>
                <p:grpSpPr>
                  <a:xfrm>
                    <a:off x="1125335" y="1088408"/>
                    <a:ext cx="1016174" cy="941618"/>
                    <a:chOff x="1125335" y="1088408"/>
                    <a:chExt cx="1016174" cy="941618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878DAD34-8F16-984E-B7DC-5FB3C70F45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636" y="1088412"/>
                      <a:ext cx="894873" cy="941614"/>
                      <a:chOff x="1246636" y="1088412"/>
                      <a:chExt cx="894873" cy="941614"/>
                    </a:xfrm>
                  </p:grpSpPr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F3347BBB-A0EE-8367-3A87-AB59D8F6C8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6636" y="1878999"/>
                        <a:ext cx="894873" cy="151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rIns="0" rtlCol="0" anchor="ctr"/>
                      <a:lstStyle/>
                      <a:p>
                        <a:pPr algn="ctr"/>
                        <a:r>
                          <a:rPr lang="en-US" sz="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urbanization</a:t>
                        </a:r>
                      </a:p>
                    </p:txBody>
                  </p:sp>
                  <p:grpSp>
                    <p:nvGrpSpPr>
                      <p:cNvPr id="93" name="Group 92">
                        <a:extLst>
                          <a:ext uri="{FF2B5EF4-FFF2-40B4-BE49-F238E27FC236}">
                            <a16:creationId xmlns:a16="http://schemas.microsoft.com/office/drawing/2014/main" id="{E0FDC566-BC4E-6B69-0BC8-8E9E851D8F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74321" y="1088412"/>
                        <a:ext cx="841249" cy="804672"/>
                        <a:chOff x="1274321" y="1088412"/>
                        <a:chExt cx="841249" cy="804672"/>
                      </a:xfrm>
                    </p:grpSpPr>
                    <p:cxnSp>
                      <p:nvCxnSpPr>
                        <p:cNvPr id="94" name="Straight Connector 93">
                          <a:extLst>
                            <a:ext uri="{FF2B5EF4-FFF2-40B4-BE49-F238E27FC236}">
                              <a16:creationId xmlns:a16="http://schemas.microsoft.com/office/drawing/2014/main" id="{BBA7AF4A-2825-06C2-B3B5-47EBB9CB0DD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274321" y="1088412"/>
                          <a:ext cx="2" cy="804672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5" name="Straight Connector 94">
                          <a:extLst>
                            <a:ext uri="{FF2B5EF4-FFF2-40B4-BE49-F238E27FC236}">
                              <a16:creationId xmlns:a16="http://schemas.microsoft.com/office/drawing/2014/main" id="{AE735BE9-8C41-3C5B-F258-269D4B084CF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274322" y="1887162"/>
                          <a:ext cx="841248" cy="4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CAA6C166-CF5C-9B55-7D35-23408FCC07E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00451" y="1413292"/>
                      <a:ext cx="798753" cy="1489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richness</a:t>
                      </a:r>
                    </a:p>
                  </p:txBody>
                </p:sp>
              </p:grp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A1AB4EB8-16EC-5C5A-E050-E0421CF77F04}"/>
                      </a:ext>
                    </a:extLst>
                  </p:cNvPr>
                  <p:cNvSpPr/>
                  <p:nvPr/>
                </p:nvSpPr>
                <p:spPr>
                  <a:xfrm>
                    <a:off x="1222848" y="1386451"/>
                    <a:ext cx="437958" cy="219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b="1" dirty="0">
                        <a:solidFill>
                          <a:srgbClr val="178F9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cats</a:t>
                    </a: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7492BB69-5F39-FC88-4696-2F891D1C12D2}"/>
                      </a:ext>
                    </a:extLst>
                  </p:cNvPr>
                  <p:cNvSpPr/>
                  <p:nvPr/>
                </p:nvSpPr>
                <p:spPr>
                  <a:xfrm>
                    <a:off x="1625579" y="1104798"/>
                    <a:ext cx="404812" cy="219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900" b="1" dirty="0">
                        <a:solidFill>
                          <a:srgbClr val="AE854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no cats</a:t>
                    </a:r>
                  </a:p>
                </p:txBody>
              </p:sp>
            </p:grpSp>
          </p:grp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7D51738-C977-43D7-A855-9AF6DA771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931" y="4189887"/>
                <a:ext cx="694760" cy="354363"/>
              </a:xfrm>
              <a:prstGeom prst="line">
                <a:avLst/>
              </a:prstGeom>
              <a:ln w="38100">
                <a:solidFill>
                  <a:srgbClr val="AE85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4D90248-ED81-4958-F8B3-FAF6589B4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9550" y="4258446"/>
                <a:ext cx="590042" cy="603992"/>
              </a:xfrm>
              <a:prstGeom prst="line">
                <a:avLst/>
              </a:prstGeom>
              <a:ln w="38100">
                <a:solidFill>
                  <a:srgbClr val="178F9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6" name="Picture 2" descr="Conepatus chinga">
              <a:extLst>
                <a:ext uri="{FF2B5EF4-FFF2-40B4-BE49-F238E27FC236}">
                  <a16:creationId xmlns:a16="http://schemas.microsoft.com/office/drawing/2014/main" id="{78D2375B-2DD4-8092-DFEC-5F71B6714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0868" y="3159246"/>
              <a:ext cx="385089" cy="289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815E978-50F5-3424-794D-8CD2A929A34F}"/>
                </a:ext>
              </a:extLst>
            </p:cNvPr>
            <p:cNvSpPr/>
            <p:nvPr/>
          </p:nvSpPr>
          <p:spPr>
            <a:xfrm>
              <a:off x="3696802" y="2556013"/>
              <a:ext cx="131297" cy="1526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43776FD-12B0-3124-99F2-28326A29D360}"/>
                </a:ext>
              </a:extLst>
            </p:cNvPr>
            <p:cNvSpPr/>
            <p:nvPr/>
          </p:nvSpPr>
          <p:spPr>
            <a:xfrm>
              <a:off x="4869447" y="2556013"/>
              <a:ext cx="131297" cy="1526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0CE5B86-07A0-2415-AE9F-4A402675F8C9}"/>
                </a:ext>
              </a:extLst>
            </p:cNvPr>
            <p:cNvSpPr/>
            <p:nvPr/>
          </p:nvSpPr>
          <p:spPr>
            <a:xfrm>
              <a:off x="6015415" y="426927"/>
              <a:ext cx="131297" cy="1526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471841D-2AAB-4AEC-4802-1EBD1C80F69E}"/>
                </a:ext>
              </a:extLst>
            </p:cNvPr>
            <p:cNvSpPr/>
            <p:nvPr/>
          </p:nvSpPr>
          <p:spPr>
            <a:xfrm>
              <a:off x="6010791" y="2556012"/>
              <a:ext cx="131297" cy="1466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C6861D3-3EF2-DA04-1510-FE33D9BE5E7B}"/>
                </a:ext>
              </a:extLst>
            </p:cNvPr>
            <p:cNvSpPr/>
            <p:nvPr/>
          </p:nvSpPr>
          <p:spPr>
            <a:xfrm>
              <a:off x="6007608" y="2551320"/>
              <a:ext cx="2228850" cy="914507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3205EA8-87A9-71EE-E690-E0F18621E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5" r="1081" b="3504"/>
          <a:stretch>
            <a:fillRect/>
          </a:stretch>
        </p:blipFill>
        <p:spPr>
          <a:xfrm>
            <a:off x="45720" y="45720"/>
            <a:ext cx="2228850" cy="20538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2EEA79-12EA-BDC1-BFC3-87D442515883}"/>
              </a:ext>
            </a:extLst>
          </p:cNvPr>
          <p:cNvSpPr/>
          <p:nvPr/>
        </p:nvSpPr>
        <p:spPr>
          <a:xfrm>
            <a:off x="45435" y="39798"/>
            <a:ext cx="131297" cy="152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DF6D51-C1FB-45B8-37D6-2A357D28FC12}"/>
              </a:ext>
            </a:extLst>
          </p:cNvPr>
          <p:cNvSpPr/>
          <p:nvPr/>
        </p:nvSpPr>
        <p:spPr>
          <a:xfrm>
            <a:off x="538163" y="876300"/>
            <a:ext cx="495300" cy="226219"/>
          </a:xfrm>
          <a:custGeom>
            <a:avLst/>
            <a:gdLst>
              <a:gd name="csX0" fmla="*/ 4762 w 495300"/>
              <a:gd name="csY0" fmla="*/ 211931 h 226219"/>
              <a:gd name="csX1" fmla="*/ 0 w 495300"/>
              <a:gd name="csY1" fmla="*/ 30956 h 226219"/>
              <a:gd name="csX2" fmla="*/ 226218 w 495300"/>
              <a:gd name="csY2" fmla="*/ 0 h 226219"/>
              <a:gd name="csX3" fmla="*/ 495300 w 495300"/>
              <a:gd name="csY3" fmla="*/ 176213 h 226219"/>
              <a:gd name="csX4" fmla="*/ 392906 w 495300"/>
              <a:gd name="csY4" fmla="*/ 226219 h 226219"/>
              <a:gd name="csX5" fmla="*/ 4762 w 495300"/>
              <a:gd name="csY5" fmla="*/ 211931 h 226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5300" h="226219">
                <a:moveTo>
                  <a:pt x="4762" y="211931"/>
                </a:moveTo>
                <a:lnTo>
                  <a:pt x="0" y="30956"/>
                </a:lnTo>
                <a:lnTo>
                  <a:pt x="226218" y="0"/>
                </a:lnTo>
                <a:lnTo>
                  <a:pt x="495300" y="176213"/>
                </a:lnTo>
                <a:lnTo>
                  <a:pt x="392906" y="226219"/>
                </a:lnTo>
                <a:lnTo>
                  <a:pt x="4762" y="2119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FF337-9436-1B8C-82C8-A3517F32B409}"/>
              </a:ext>
            </a:extLst>
          </p:cNvPr>
          <p:cNvSpPr txBox="1"/>
          <p:nvPr/>
        </p:nvSpPr>
        <p:spPr>
          <a:xfrm>
            <a:off x="537878" y="838015"/>
            <a:ext cx="433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prey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4186A2E-ABC9-6F5A-4E26-2E9E86E91E1D}"/>
              </a:ext>
            </a:extLst>
          </p:cNvPr>
          <p:cNvSpPr/>
          <p:nvPr/>
        </p:nvSpPr>
        <p:spPr>
          <a:xfrm>
            <a:off x="667422" y="1276350"/>
            <a:ext cx="318414" cy="321469"/>
          </a:xfrm>
          <a:custGeom>
            <a:avLst/>
            <a:gdLst>
              <a:gd name="csX0" fmla="*/ 0 w 283368"/>
              <a:gd name="csY0" fmla="*/ 209550 h 321469"/>
              <a:gd name="csX1" fmla="*/ 76200 w 283368"/>
              <a:gd name="csY1" fmla="*/ 314325 h 321469"/>
              <a:gd name="csX2" fmla="*/ 102393 w 283368"/>
              <a:gd name="csY2" fmla="*/ 321469 h 321469"/>
              <a:gd name="csX3" fmla="*/ 140493 w 283368"/>
              <a:gd name="csY3" fmla="*/ 300038 h 321469"/>
              <a:gd name="csX4" fmla="*/ 283368 w 283368"/>
              <a:gd name="csY4" fmla="*/ 126206 h 321469"/>
              <a:gd name="csX5" fmla="*/ 230981 w 283368"/>
              <a:gd name="csY5" fmla="*/ 0 h 321469"/>
              <a:gd name="csX6" fmla="*/ 142875 w 283368"/>
              <a:gd name="csY6" fmla="*/ 35719 h 321469"/>
              <a:gd name="csX7" fmla="*/ 0 w 283368"/>
              <a:gd name="csY7" fmla="*/ 209550 h 321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3368" h="321469">
                <a:moveTo>
                  <a:pt x="0" y="209550"/>
                </a:moveTo>
                <a:lnTo>
                  <a:pt x="76200" y="314325"/>
                </a:lnTo>
                <a:lnTo>
                  <a:pt x="102393" y="321469"/>
                </a:lnTo>
                <a:lnTo>
                  <a:pt x="140493" y="300038"/>
                </a:lnTo>
                <a:lnTo>
                  <a:pt x="283368" y="126206"/>
                </a:lnTo>
                <a:lnTo>
                  <a:pt x="230981" y="0"/>
                </a:lnTo>
                <a:lnTo>
                  <a:pt x="142875" y="35719"/>
                </a:lnTo>
                <a:lnTo>
                  <a:pt x="0" y="2095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F198F4-2531-4320-858B-29A8F47BF8EC}"/>
              </a:ext>
            </a:extLst>
          </p:cNvPr>
          <p:cNvSpPr/>
          <p:nvPr/>
        </p:nvSpPr>
        <p:spPr>
          <a:xfrm>
            <a:off x="1416844" y="1183481"/>
            <a:ext cx="364331" cy="388144"/>
          </a:xfrm>
          <a:custGeom>
            <a:avLst/>
            <a:gdLst>
              <a:gd name="csX0" fmla="*/ 183356 w 364331"/>
              <a:gd name="csY0" fmla="*/ 0 h 388144"/>
              <a:gd name="csX1" fmla="*/ 0 w 364331"/>
              <a:gd name="csY1" fmla="*/ 83344 h 388144"/>
              <a:gd name="csX2" fmla="*/ 173831 w 364331"/>
              <a:gd name="csY2" fmla="*/ 342900 h 388144"/>
              <a:gd name="csX3" fmla="*/ 295275 w 364331"/>
              <a:gd name="csY3" fmla="*/ 388144 h 388144"/>
              <a:gd name="csX4" fmla="*/ 364331 w 364331"/>
              <a:gd name="csY4" fmla="*/ 254794 h 388144"/>
              <a:gd name="csX5" fmla="*/ 183356 w 364331"/>
              <a:gd name="csY5" fmla="*/ 0 h 38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4331" h="388144">
                <a:moveTo>
                  <a:pt x="183356" y="0"/>
                </a:moveTo>
                <a:lnTo>
                  <a:pt x="0" y="83344"/>
                </a:lnTo>
                <a:lnTo>
                  <a:pt x="173831" y="342900"/>
                </a:lnTo>
                <a:lnTo>
                  <a:pt x="295275" y="388144"/>
                </a:lnTo>
                <a:lnTo>
                  <a:pt x="364331" y="254794"/>
                </a:lnTo>
                <a:lnTo>
                  <a:pt x="1833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499A345-F23C-306E-EB8B-CB4ADF3E0059}"/>
              </a:ext>
            </a:extLst>
          </p:cNvPr>
          <p:cNvSpPr/>
          <p:nvPr/>
        </p:nvSpPr>
        <p:spPr>
          <a:xfrm>
            <a:off x="1414463" y="814388"/>
            <a:ext cx="350043" cy="214312"/>
          </a:xfrm>
          <a:custGeom>
            <a:avLst/>
            <a:gdLst>
              <a:gd name="csX0" fmla="*/ 0 w 350043"/>
              <a:gd name="csY0" fmla="*/ 90487 h 214312"/>
              <a:gd name="csX1" fmla="*/ 95250 w 350043"/>
              <a:gd name="csY1" fmla="*/ 214312 h 214312"/>
              <a:gd name="csX2" fmla="*/ 342900 w 350043"/>
              <a:gd name="csY2" fmla="*/ 204787 h 214312"/>
              <a:gd name="csX3" fmla="*/ 350043 w 350043"/>
              <a:gd name="csY3" fmla="*/ 138112 h 214312"/>
              <a:gd name="csX4" fmla="*/ 314325 w 350043"/>
              <a:gd name="csY4" fmla="*/ 0 h 214312"/>
              <a:gd name="csX5" fmla="*/ 0 w 350043"/>
              <a:gd name="csY5" fmla="*/ 90487 h 214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50043" h="214312">
                <a:moveTo>
                  <a:pt x="0" y="90487"/>
                </a:moveTo>
                <a:lnTo>
                  <a:pt x="95250" y="214312"/>
                </a:lnTo>
                <a:lnTo>
                  <a:pt x="342900" y="204787"/>
                </a:lnTo>
                <a:lnTo>
                  <a:pt x="350043" y="138112"/>
                </a:lnTo>
                <a:lnTo>
                  <a:pt x="314325" y="0"/>
                </a:lnTo>
                <a:lnTo>
                  <a:pt x="0" y="904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757CE-83D4-21AC-717C-717EE21742BE}"/>
              </a:ext>
            </a:extLst>
          </p:cNvPr>
          <p:cNvSpPr txBox="1"/>
          <p:nvPr/>
        </p:nvSpPr>
        <p:spPr>
          <a:xfrm>
            <a:off x="1285831" y="855377"/>
            <a:ext cx="651629" cy="2308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competitor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F8A636C-B096-9EDA-A882-7B44C88B5DA2}"/>
              </a:ext>
            </a:extLst>
          </p:cNvPr>
          <p:cNvSpPr/>
          <p:nvPr/>
        </p:nvSpPr>
        <p:spPr>
          <a:xfrm>
            <a:off x="1450537" y="916529"/>
            <a:ext cx="308329" cy="64711"/>
          </a:xfrm>
          <a:custGeom>
            <a:avLst/>
            <a:gdLst>
              <a:gd name="csX0" fmla="*/ 0 w 261938"/>
              <a:gd name="csY0" fmla="*/ 76372 h 76372"/>
              <a:gd name="csX1" fmla="*/ 126207 w 261938"/>
              <a:gd name="csY1" fmla="*/ 172 h 76372"/>
              <a:gd name="csX2" fmla="*/ 261938 w 261938"/>
              <a:gd name="csY2" fmla="*/ 59704 h 76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1938" h="76372">
                <a:moveTo>
                  <a:pt x="0" y="76372"/>
                </a:moveTo>
                <a:cubicBezTo>
                  <a:pt x="41275" y="39661"/>
                  <a:pt x="82551" y="2950"/>
                  <a:pt x="126207" y="172"/>
                </a:cubicBezTo>
                <a:cubicBezTo>
                  <a:pt x="169863" y="-2606"/>
                  <a:pt x="215900" y="28549"/>
                  <a:pt x="261938" y="59704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C9C2332-B84A-5FCF-6411-DFD0247D4885}"/>
              </a:ext>
            </a:extLst>
          </p:cNvPr>
          <p:cNvSpPr/>
          <p:nvPr/>
        </p:nvSpPr>
        <p:spPr>
          <a:xfrm flipH="1">
            <a:off x="575180" y="1050789"/>
            <a:ext cx="288123" cy="64711"/>
          </a:xfrm>
          <a:custGeom>
            <a:avLst/>
            <a:gdLst>
              <a:gd name="csX0" fmla="*/ 0 w 261938"/>
              <a:gd name="csY0" fmla="*/ 76372 h 76372"/>
              <a:gd name="csX1" fmla="*/ 126207 w 261938"/>
              <a:gd name="csY1" fmla="*/ 172 h 76372"/>
              <a:gd name="csX2" fmla="*/ 261938 w 261938"/>
              <a:gd name="csY2" fmla="*/ 59704 h 76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1938" h="76372">
                <a:moveTo>
                  <a:pt x="0" y="76372"/>
                </a:moveTo>
                <a:cubicBezTo>
                  <a:pt x="41275" y="39661"/>
                  <a:pt x="82551" y="2950"/>
                  <a:pt x="126207" y="172"/>
                </a:cubicBezTo>
                <a:cubicBezTo>
                  <a:pt x="169863" y="-2606"/>
                  <a:pt x="215900" y="28549"/>
                  <a:pt x="261938" y="5970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2DE5EC-D1B6-ACA0-D773-649C3A22EBA6}"/>
              </a:ext>
            </a:extLst>
          </p:cNvPr>
          <p:cNvSpPr/>
          <p:nvPr/>
        </p:nvSpPr>
        <p:spPr>
          <a:xfrm rot="18152364" flipH="1">
            <a:off x="614368" y="1414756"/>
            <a:ext cx="379626" cy="135489"/>
          </a:xfrm>
          <a:custGeom>
            <a:avLst/>
            <a:gdLst>
              <a:gd name="csX0" fmla="*/ 0 w 261938"/>
              <a:gd name="csY0" fmla="*/ 76372 h 76372"/>
              <a:gd name="csX1" fmla="*/ 126207 w 261938"/>
              <a:gd name="csY1" fmla="*/ 172 h 76372"/>
              <a:gd name="csX2" fmla="*/ 261938 w 261938"/>
              <a:gd name="csY2" fmla="*/ 59704 h 76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1938" h="76372">
                <a:moveTo>
                  <a:pt x="0" y="76372"/>
                </a:moveTo>
                <a:cubicBezTo>
                  <a:pt x="41275" y="39661"/>
                  <a:pt x="82551" y="2950"/>
                  <a:pt x="126207" y="172"/>
                </a:cubicBezTo>
                <a:cubicBezTo>
                  <a:pt x="169863" y="-2606"/>
                  <a:pt x="215900" y="28549"/>
                  <a:pt x="261938" y="59704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lock Arc 20">
            <a:extLst>
              <a:ext uri="{FF2B5EF4-FFF2-40B4-BE49-F238E27FC236}">
                <a16:creationId xmlns:a16="http://schemas.microsoft.com/office/drawing/2014/main" id="{92936AAA-2AA8-00DC-80A8-554182415147}"/>
              </a:ext>
            </a:extLst>
          </p:cNvPr>
          <p:cNvSpPr/>
          <p:nvPr/>
        </p:nvSpPr>
        <p:spPr>
          <a:xfrm rot="13752211">
            <a:off x="682726" y="1192280"/>
            <a:ext cx="343178" cy="379444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E625-E022-8052-9B84-41C4A7ADFC3A}"/>
              </a:ext>
            </a:extLst>
          </p:cNvPr>
          <p:cNvSpPr txBox="1"/>
          <p:nvPr/>
        </p:nvSpPr>
        <p:spPr>
          <a:xfrm rot="2041233">
            <a:off x="597847" y="1231911"/>
            <a:ext cx="540444" cy="306185"/>
          </a:xfrm>
          <a:prstGeom prst="rect">
            <a:avLst/>
          </a:prstGeom>
          <a:noFill/>
          <a:effectLst>
            <a:softEdge rad="50800"/>
          </a:effectLst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predator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E83FDB1-B5D1-82F1-D91D-5ED3180E5B73}"/>
              </a:ext>
            </a:extLst>
          </p:cNvPr>
          <p:cNvSpPr/>
          <p:nvPr/>
        </p:nvSpPr>
        <p:spPr>
          <a:xfrm rot="14757542" flipH="1" flipV="1">
            <a:off x="1407924" y="1356004"/>
            <a:ext cx="316297" cy="70048"/>
          </a:xfrm>
          <a:custGeom>
            <a:avLst/>
            <a:gdLst>
              <a:gd name="csX0" fmla="*/ 0 w 261938"/>
              <a:gd name="csY0" fmla="*/ 76372 h 76372"/>
              <a:gd name="csX1" fmla="*/ 126207 w 261938"/>
              <a:gd name="csY1" fmla="*/ 172 h 76372"/>
              <a:gd name="csX2" fmla="*/ 261938 w 261938"/>
              <a:gd name="csY2" fmla="*/ 59704 h 76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1938" h="76372">
                <a:moveTo>
                  <a:pt x="0" y="76372"/>
                </a:moveTo>
                <a:cubicBezTo>
                  <a:pt x="41275" y="39661"/>
                  <a:pt x="82551" y="2950"/>
                  <a:pt x="126207" y="172"/>
                </a:cubicBezTo>
                <a:cubicBezTo>
                  <a:pt x="169863" y="-2606"/>
                  <a:pt x="215900" y="28549"/>
                  <a:pt x="261938" y="59704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65326DA-1155-9AB8-FFB8-FC3981FF6F45}"/>
              </a:ext>
            </a:extLst>
          </p:cNvPr>
          <p:cNvSpPr/>
          <p:nvPr/>
        </p:nvSpPr>
        <p:spPr>
          <a:xfrm rot="8403324">
            <a:off x="1359137" y="1247489"/>
            <a:ext cx="319650" cy="229777"/>
          </a:xfrm>
          <a:prstGeom prst="blockArc">
            <a:avLst>
              <a:gd name="adj1" fmla="val 10908725"/>
              <a:gd name="adj2" fmla="val 19051616"/>
              <a:gd name="adj3" fmla="val 4011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48E00-365E-4A70-E989-08B5620300D0}"/>
              </a:ext>
            </a:extLst>
          </p:cNvPr>
          <p:cNvSpPr txBox="1"/>
          <p:nvPr/>
        </p:nvSpPr>
        <p:spPr>
          <a:xfrm rot="15512287">
            <a:off x="1182124" y="956014"/>
            <a:ext cx="373681" cy="665511"/>
          </a:xfrm>
          <a:prstGeom prst="rect">
            <a:avLst/>
          </a:prstGeom>
          <a:noFill/>
          <a:effectLst>
            <a:softEdge rad="50800"/>
          </a:effectLst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856330A-6BF3-57C0-6416-D599C4F9A6EA}"/>
              </a:ext>
            </a:extLst>
          </p:cNvPr>
          <p:cNvSpPr/>
          <p:nvPr/>
        </p:nvSpPr>
        <p:spPr>
          <a:xfrm>
            <a:off x="155575" y="53975"/>
            <a:ext cx="2082800" cy="225425"/>
          </a:xfrm>
          <a:custGeom>
            <a:avLst/>
            <a:gdLst>
              <a:gd name="csX0" fmla="*/ 19050 w 2082800"/>
              <a:gd name="csY0" fmla="*/ 28575 h 225425"/>
              <a:gd name="csX1" fmla="*/ 0 w 2082800"/>
              <a:gd name="csY1" fmla="*/ 225425 h 225425"/>
              <a:gd name="csX2" fmla="*/ 2082800 w 2082800"/>
              <a:gd name="csY2" fmla="*/ 222250 h 225425"/>
              <a:gd name="csX3" fmla="*/ 2076450 w 2082800"/>
              <a:gd name="csY3" fmla="*/ 0 h 225425"/>
              <a:gd name="csX4" fmla="*/ 19050 w 2082800"/>
              <a:gd name="csY4" fmla="*/ 28575 h 225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82800" h="225425">
                <a:moveTo>
                  <a:pt x="19050" y="28575"/>
                </a:moveTo>
                <a:lnTo>
                  <a:pt x="0" y="225425"/>
                </a:lnTo>
                <a:lnTo>
                  <a:pt x="2082800" y="222250"/>
                </a:lnTo>
                <a:lnTo>
                  <a:pt x="2076450" y="0"/>
                </a:lnTo>
                <a:lnTo>
                  <a:pt x="19050" y="285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E0C62C6D-7B44-4A3B-D89E-4E835F99ACEC}"/>
              </a:ext>
            </a:extLst>
          </p:cNvPr>
          <p:cNvSpPr/>
          <p:nvPr/>
        </p:nvSpPr>
        <p:spPr>
          <a:xfrm>
            <a:off x="367680" y="93001"/>
            <a:ext cx="1584929" cy="191237"/>
          </a:xfrm>
          <a:prstGeom prst="leftRightArrow">
            <a:avLst/>
          </a:prstGeom>
          <a:solidFill>
            <a:srgbClr val="959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07E62C-D186-A5F1-FEC5-3273D5D02175}"/>
              </a:ext>
            </a:extLst>
          </p:cNvPr>
          <p:cNvSpPr txBox="1"/>
          <p:nvPr/>
        </p:nvSpPr>
        <p:spPr>
          <a:xfrm>
            <a:off x="99443" y="210106"/>
            <a:ext cx="433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rural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BED43-F41C-AED9-8645-60FB728E2A6C}"/>
              </a:ext>
            </a:extLst>
          </p:cNvPr>
          <p:cNvSpPr txBox="1"/>
          <p:nvPr/>
        </p:nvSpPr>
        <p:spPr>
          <a:xfrm>
            <a:off x="1836928" y="210312"/>
            <a:ext cx="480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urban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BDAD50-77FA-FECF-20ED-CA4BF526C5E1}"/>
              </a:ext>
            </a:extLst>
          </p:cNvPr>
          <p:cNvSpPr/>
          <p:nvPr/>
        </p:nvSpPr>
        <p:spPr>
          <a:xfrm>
            <a:off x="3190875" y="916529"/>
            <a:ext cx="150019" cy="149551"/>
          </a:xfrm>
          <a:prstGeom prst="ellipse">
            <a:avLst/>
          </a:prstGeom>
          <a:solidFill>
            <a:srgbClr val="ABD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863BDB-9B9D-6B2F-4C23-2783AB8BA3D5}"/>
              </a:ext>
            </a:extLst>
          </p:cNvPr>
          <p:cNvSpPr/>
          <p:nvPr/>
        </p:nvSpPr>
        <p:spPr>
          <a:xfrm>
            <a:off x="3162703" y="819604"/>
            <a:ext cx="848560" cy="22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913,623 camera-days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E8A909-6FB5-E326-CDB7-34156B6EB041}"/>
              </a:ext>
            </a:extLst>
          </p:cNvPr>
          <p:cNvSpPr/>
          <p:nvPr/>
        </p:nvSpPr>
        <p:spPr>
          <a:xfrm>
            <a:off x="304800" y="2324100"/>
            <a:ext cx="707231" cy="619125"/>
          </a:xfrm>
          <a:custGeom>
            <a:avLst/>
            <a:gdLst>
              <a:gd name="csX0" fmla="*/ 0 w 707231"/>
              <a:gd name="csY0" fmla="*/ 0 h 619125"/>
              <a:gd name="csX1" fmla="*/ 414338 w 707231"/>
              <a:gd name="csY1" fmla="*/ 159544 h 619125"/>
              <a:gd name="csX2" fmla="*/ 640556 w 707231"/>
              <a:gd name="csY2" fmla="*/ 531019 h 619125"/>
              <a:gd name="csX3" fmla="*/ 707231 w 707231"/>
              <a:gd name="csY3" fmla="*/ 619125 h 619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7231" h="619125">
                <a:moveTo>
                  <a:pt x="0" y="0"/>
                </a:moveTo>
                <a:cubicBezTo>
                  <a:pt x="153789" y="35520"/>
                  <a:pt x="307579" y="71041"/>
                  <a:pt x="414338" y="159544"/>
                </a:cubicBezTo>
                <a:cubicBezTo>
                  <a:pt x="521097" y="248047"/>
                  <a:pt x="591741" y="454422"/>
                  <a:pt x="640556" y="531019"/>
                </a:cubicBezTo>
                <a:cubicBezTo>
                  <a:pt x="689371" y="607616"/>
                  <a:pt x="698301" y="613370"/>
                  <a:pt x="707231" y="619125"/>
                </a:cubicBezTo>
              </a:path>
            </a:pathLst>
          </a:custGeom>
          <a:noFill/>
          <a:ln w="38100">
            <a:solidFill>
              <a:srgbClr val="AE8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1EFCC9-8EA1-D804-D346-003775B27EFF}"/>
              </a:ext>
            </a:extLst>
          </p:cNvPr>
          <p:cNvSpPr/>
          <p:nvPr/>
        </p:nvSpPr>
        <p:spPr>
          <a:xfrm>
            <a:off x="1716881" y="728663"/>
            <a:ext cx="545307" cy="1019175"/>
          </a:xfrm>
          <a:custGeom>
            <a:avLst/>
            <a:gdLst>
              <a:gd name="csX0" fmla="*/ 0 w 545307"/>
              <a:gd name="csY0" fmla="*/ 290512 h 1019175"/>
              <a:gd name="csX1" fmla="*/ 69057 w 545307"/>
              <a:gd name="csY1" fmla="*/ 228600 h 1019175"/>
              <a:gd name="csX2" fmla="*/ 33338 w 545307"/>
              <a:gd name="csY2" fmla="*/ 188118 h 1019175"/>
              <a:gd name="csX3" fmla="*/ 80963 w 545307"/>
              <a:gd name="csY3" fmla="*/ 157162 h 1019175"/>
              <a:gd name="csX4" fmla="*/ 78582 w 545307"/>
              <a:gd name="csY4" fmla="*/ 26193 h 1019175"/>
              <a:gd name="csX5" fmla="*/ 188119 w 545307"/>
              <a:gd name="csY5" fmla="*/ 0 h 1019175"/>
              <a:gd name="csX6" fmla="*/ 445294 w 545307"/>
              <a:gd name="csY6" fmla="*/ 142875 h 1019175"/>
              <a:gd name="csX7" fmla="*/ 533400 w 545307"/>
              <a:gd name="csY7" fmla="*/ 428625 h 1019175"/>
              <a:gd name="csX8" fmla="*/ 542925 w 545307"/>
              <a:gd name="csY8" fmla="*/ 823912 h 1019175"/>
              <a:gd name="csX9" fmla="*/ 545307 w 545307"/>
              <a:gd name="csY9" fmla="*/ 954881 h 1019175"/>
              <a:gd name="csX10" fmla="*/ 214313 w 545307"/>
              <a:gd name="csY10" fmla="*/ 1019175 h 1019175"/>
              <a:gd name="csX11" fmla="*/ 80963 w 545307"/>
              <a:gd name="csY11" fmla="*/ 885825 h 1019175"/>
              <a:gd name="csX12" fmla="*/ 0 w 545307"/>
              <a:gd name="csY12" fmla="*/ 290512 h 101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545307" h="1019175">
                <a:moveTo>
                  <a:pt x="0" y="290512"/>
                </a:moveTo>
                <a:lnTo>
                  <a:pt x="69057" y="228600"/>
                </a:lnTo>
                <a:lnTo>
                  <a:pt x="33338" y="188118"/>
                </a:lnTo>
                <a:lnTo>
                  <a:pt x="80963" y="157162"/>
                </a:lnTo>
                <a:cubicBezTo>
                  <a:pt x="80169" y="113506"/>
                  <a:pt x="79376" y="69849"/>
                  <a:pt x="78582" y="26193"/>
                </a:cubicBezTo>
                <a:lnTo>
                  <a:pt x="188119" y="0"/>
                </a:lnTo>
                <a:lnTo>
                  <a:pt x="445294" y="142875"/>
                </a:lnTo>
                <a:lnTo>
                  <a:pt x="533400" y="428625"/>
                </a:lnTo>
                <a:lnTo>
                  <a:pt x="542925" y="823912"/>
                </a:lnTo>
                <a:lnTo>
                  <a:pt x="545307" y="954881"/>
                </a:lnTo>
                <a:lnTo>
                  <a:pt x="214313" y="1019175"/>
                </a:lnTo>
                <a:lnTo>
                  <a:pt x="80963" y="885825"/>
                </a:lnTo>
                <a:lnTo>
                  <a:pt x="0" y="29051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AC2AE8-03E8-E3BB-E92F-145038098D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25" t="36494" r="1081" b="19851"/>
          <a:stretch>
            <a:fillRect/>
          </a:stretch>
        </p:blipFill>
        <p:spPr>
          <a:xfrm>
            <a:off x="1833377" y="841050"/>
            <a:ext cx="393192" cy="746450"/>
          </a:xfrm>
          <a:prstGeom prst="rect">
            <a:avLst/>
          </a:prstGeom>
          <a:ln w="6350">
            <a:noFill/>
          </a:ln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A25B3B9-14EE-8630-2653-935783D04B53}"/>
              </a:ext>
            </a:extLst>
          </p:cNvPr>
          <p:cNvSpPr/>
          <p:nvPr/>
        </p:nvSpPr>
        <p:spPr>
          <a:xfrm>
            <a:off x="1766888" y="1423988"/>
            <a:ext cx="219075" cy="276225"/>
          </a:xfrm>
          <a:custGeom>
            <a:avLst/>
            <a:gdLst>
              <a:gd name="csX0" fmla="*/ 14287 w 219075"/>
              <a:gd name="csY0" fmla="*/ 0 h 276225"/>
              <a:gd name="csX1" fmla="*/ 219075 w 219075"/>
              <a:gd name="csY1" fmla="*/ 223837 h 276225"/>
              <a:gd name="csX2" fmla="*/ 104775 w 219075"/>
              <a:gd name="csY2" fmla="*/ 276225 h 276225"/>
              <a:gd name="csX3" fmla="*/ 0 w 219075"/>
              <a:gd name="csY3" fmla="*/ 104775 h 276225"/>
              <a:gd name="csX4" fmla="*/ 14287 w 219075"/>
              <a:gd name="csY4" fmla="*/ 0 h 276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9075" h="276225">
                <a:moveTo>
                  <a:pt x="14287" y="0"/>
                </a:moveTo>
                <a:lnTo>
                  <a:pt x="219075" y="223837"/>
                </a:lnTo>
                <a:lnTo>
                  <a:pt x="104775" y="276225"/>
                </a:lnTo>
                <a:lnTo>
                  <a:pt x="0" y="104775"/>
                </a:lnTo>
                <a:lnTo>
                  <a:pt x="142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1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</TotalTime>
  <Words>42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2025-11-19T16:53:46Z</dcterms:created>
  <dcterms:modified xsi:type="dcterms:W3CDTF">2026-09-18T15:09:53Z</dcterms:modified>
</cp:coreProperties>
</file>