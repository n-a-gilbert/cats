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1722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16" autoAdjust="0"/>
    <p:restoredTop sz="94660"/>
  </p:normalViewPr>
  <p:slideViewPr>
    <p:cSldViewPr snapToGrid="0">
      <p:cViewPr>
        <p:scale>
          <a:sx n="150" d="100"/>
          <a:sy n="150" d="100"/>
        </p:scale>
        <p:origin x="1020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448945"/>
            <a:ext cx="4629150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1525" y="1440815"/>
            <a:ext cx="4629150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74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266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124" y="683895"/>
            <a:ext cx="5323523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1124" y="1835785"/>
            <a:ext cx="5323523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48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4339" y="730250"/>
            <a:ext cx="2623185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24676" y="730250"/>
            <a:ext cx="2623185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527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5142" y="146050"/>
            <a:ext cx="5323523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5143" y="672465"/>
            <a:ext cx="2611130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5143" y="1002030"/>
            <a:ext cx="2611130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24676" y="672465"/>
            <a:ext cx="2623989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24676" y="1002030"/>
            <a:ext cx="2623989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6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622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0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5143" y="182880"/>
            <a:ext cx="1990695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3989" y="394970"/>
            <a:ext cx="3124676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5143" y="822960"/>
            <a:ext cx="1990695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147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5143" y="182880"/>
            <a:ext cx="1990695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23989" y="394970"/>
            <a:ext cx="3124676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5143" y="822960"/>
            <a:ext cx="1990695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43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077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6980" y="146050"/>
            <a:ext cx="1330881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4339" y="146050"/>
            <a:ext cx="3915489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0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4339" y="146050"/>
            <a:ext cx="5323523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4339" y="730250"/>
            <a:ext cx="5323523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4339" y="2542540"/>
            <a:ext cx="1388745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3F1AD-52AB-42AD-9792-3F248794A2B0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44541" y="2542540"/>
            <a:ext cx="2083118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59116" y="2542540"/>
            <a:ext cx="1388745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538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193D5A7-DBCC-74DE-21F4-FFC20B0F4636}"/>
              </a:ext>
            </a:extLst>
          </p:cNvPr>
          <p:cNvGrpSpPr/>
          <p:nvPr/>
        </p:nvGrpSpPr>
        <p:grpSpPr>
          <a:xfrm>
            <a:off x="0" y="0"/>
            <a:ext cx="6176971" cy="2743206"/>
            <a:chOff x="0" y="0"/>
            <a:chExt cx="6176971" cy="274320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A3D6F70-6D77-1AE7-42F9-DA3BE6DA7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286005" cy="2743206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25FA32C-2262-3484-686E-583ADA0D3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19364" y="0"/>
              <a:ext cx="3657607" cy="2743206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2303B2F-7855-2234-5DCE-49175B3E485C}"/>
                </a:ext>
              </a:extLst>
            </p:cNvPr>
            <p:cNvSpPr/>
            <p:nvPr/>
          </p:nvSpPr>
          <p:spPr>
            <a:xfrm>
              <a:off x="816294" y="652465"/>
              <a:ext cx="1517341" cy="4953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rgbClr val="178F9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−92% change in probability of detection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D28CC5-98A5-7313-8144-8F4C609648A5}"/>
                </a:ext>
              </a:extLst>
            </p:cNvPr>
            <p:cNvSpPr/>
            <p:nvPr/>
          </p:nvSpPr>
          <p:spPr>
            <a:xfrm>
              <a:off x="1143002" y="1062038"/>
              <a:ext cx="1517341" cy="4953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900" b="1" dirty="0">
                  <a:solidFill>
                    <a:srgbClr val="AE854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−83% change in probability of detection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455A33-8E9F-43F4-ECC8-63F2B41EDAF9}"/>
                </a:ext>
              </a:extLst>
            </p:cNvPr>
            <p:cNvSpPr/>
            <p:nvPr/>
          </p:nvSpPr>
          <p:spPr>
            <a:xfrm>
              <a:off x="58135" y="57150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046218C-8D04-61E7-04F4-ABDCFCC46A32}"/>
                </a:ext>
              </a:extLst>
            </p:cNvPr>
            <p:cNvSpPr/>
            <p:nvPr/>
          </p:nvSpPr>
          <p:spPr>
            <a:xfrm>
              <a:off x="2388067" y="57149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06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Words>18</Words>
  <Application>Microsoft Office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2026-05-28T23:41:13Z</dcterms:created>
  <dcterms:modified xsi:type="dcterms:W3CDTF">2026-05-28T23:45:15Z</dcterms:modified>
</cp:coreProperties>
</file>