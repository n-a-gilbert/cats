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6208713" cy="2743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41769D2-4F2C-47C3-9BA4-73BDE2B094D1}" v="3" dt="2026-09-03T16:44:16.6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16" autoAdjust="0"/>
    <p:restoredTop sz="94660"/>
  </p:normalViewPr>
  <p:slideViewPr>
    <p:cSldViewPr snapToGrid="0">
      <p:cViewPr varScale="1">
        <p:scale>
          <a:sx n="190" d="100"/>
          <a:sy n="190" d="100"/>
        </p:scale>
        <p:origin x="150" y="6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lbert, Neil" userId="37be9f5c-8f28-415b-96d6-624acf93bb3f" providerId="ADAL" clId="{18ED56B6-1921-416C-9A28-3F6F3C8390B5}"/>
    <pc:docChg chg="undo custSel modSld">
      <pc:chgData name="Gilbert, Neil" userId="37be9f5c-8f28-415b-96d6-624acf93bb3f" providerId="ADAL" clId="{18ED56B6-1921-416C-9A28-3F6F3C8390B5}" dt="2026-09-03T17:23:01.901" v="102" actId="167"/>
      <pc:docMkLst>
        <pc:docMk/>
      </pc:docMkLst>
      <pc:sldChg chg="addSp delSp modSp mod">
        <pc:chgData name="Gilbert, Neil" userId="37be9f5c-8f28-415b-96d6-624acf93bb3f" providerId="ADAL" clId="{18ED56B6-1921-416C-9A28-3F6F3C8390B5}" dt="2026-09-03T17:23:01.901" v="102" actId="167"/>
        <pc:sldMkLst>
          <pc:docMk/>
          <pc:sldMk cId="470603763" sldId="256"/>
        </pc:sldMkLst>
        <pc:spChg chg="mod">
          <ac:chgData name="Gilbert, Neil" userId="37be9f5c-8f28-415b-96d6-624acf93bb3f" providerId="ADAL" clId="{18ED56B6-1921-416C-9A28-3F6F3C8390B5}" dt="2026-09-03T16:43:56.512" v="47"/>
          <ac:spMkLst>
            <pc:docMk/>
            <pc:sldMk cId="470603763" sldId="256"/>
            <ac:spMk id="5" creationId="{F2303B2F-7855-2234-5DCE-49175B3E485C}"/>
          </ac:spMkLst>
        </pc:spChg>
        <pc:spChg chg="mod">
          <ac:chgData name="Gilbert, Neil" userId="37be9f5c-8f28-415b-96d6-624acf93bb3f" providerId="ADAL" clId="{18ED56B6-1921-416C-9A28-3F6F3C8390B5}" dt="2026-09-03T16:43:56.512" v="47"/>
          <ac:spMkLst>
            <pc:docMk/>
            <pc:sldMk cId="470603763" sldId="256"/>
            <ac:spMk id="6" creationId="{23D28CC5-98A5-7313-8144-8F4C609648A5}"/>
          </ac:spMkLst>
        </pc:spChg>
        <pc:spChg chg="mod">
          <ac:chgData name="Gilbert, Neil" userId="37be9f5c-8f28-415b-96d6-624acf93bb3f" providerId="ADAL" clId="{18ED56B6-1921-416C-9A28-3F6F3C8390B5}" dt="2026-09-03T16:43:56.512" v="47"/>
          <ac:spMkLst>
            <pc:docMk/>
            <pc:sldMk cId="470603763" sldId="256"/>
            <ac:spMk id="7" creationId="{7C455A33-8E9F-43F4-ECC8-63F2B41EDAF9}"/>
          </ac:spMkLst>
        </pc:spChg>
        <pc:spChg chg="mod">
          <ac:chgData name="Gilbert, Neil" userId="37be9f5c-8f28-415b-96d6-624acf93bb3f" providerId="ADAL" clId="{18ED56B6-1921-416C-9A28-3F6F3C8390B5}" dt="2026-09-03T16:43:56.512" v="47"/>
          <ac:spMkLst>
            <pc:docMk/>
            <pc:sldMk cId="470603763" sldId="256"/>
            <ac:spMk id="8" creationId="{0046218C-8D04-61E7-04F4-ABDCFCC46A32}"/>
          </ac:spMkLst>
        </pc:spChg>
        <pc:spChg chg="mod">
          <ac:chgData name="Gilbert, Neil" userId="37be9f5c-8f28-415b-96d6-624acf93bb3f" providerId="ADAL" clId="{18ED56B6-1921-416C-9A28-3F6F3C8390B5}" dt="2026-09-03T16:44:16.605" v="49"/>
          <ac:spMkLst>
            <pc:docMk/>
            <pc:sldMk cId="470603763" sldId="256"/>
            <ac:spMk id="12" creationId="{F2303B2F-7855-2234-5DCE-49175B3E485C}"/>
          </ac:spMkLst>
        </pc:spChg>
        <pc:spChg chg="mod">
          <ac:chgData name="Gilbert, Neil" userId="37be9f5c-8f28-415b-96d6-624acf93bb3f" providerId="ADAL" clId="{18ED56B6-1921-416C-9A28-3F6F3C8390B5}" dt="2026-09-03T16:43:39.183" v="40" actId="1036"/>
          <ac:spMkLst>
            <pc:docMk/>
            <pc:sldMk cId="470603763" sldId="256"/>
            <ac:spMk id="16" creationId="{F2303B2F-7855-2234-5DCE-49175B3E485C}"/>
          </ac:spMkLst>
        </pc:spChg>
        <pc:spChg chg="mod">
          <ac:chgData name="Gilbert, Neil" userId="37be9f5c-8f28-415b-96d6-624acf93bb3f" providerId="ADAL" clId="{18ED56B6-1921-416C-9A28-3F6F3C8390B5}" dt="2026-09-03T16:43:44.782" v="45" actId="1037"/>
          <ac:spMkLst>
            <pc:docMk/>
            <pc:sldMk cId="470603763" sldId="256"/>
            <ac:spMk id="17" creationId="{23D28CC5-98A5-7313-8144-8F4C609648A5}"/>
          </ac:spMkLst>
        </pc:spChg>
        <pc:spChg chg="mod">
          <ac:chgData name="Gilbert, Neil" userId="37be9f5c-8f28-415b-96d6-624acf93bb3f" providerId="ADAL" clId="{18ED56B6-1921-416C-9A28-3F6F3C8390B5}" dt="2026-09-03T16:43:14.878" v="4" actId="1038"/>
          <ac:spMkLst>
            <pc:docMk/>
            <pc:sldMk cId="470603763" sldId="256"/>
            <ac:spMk id="19" creationId="{0046218C-8D04-61E7-04F4-ABDCFCC46A32}"/>
          </ac:spMkLst>
        </pc:spChg>
        <pc:spChg chg="mod">
          <ac:chgData name="Gilbert, Neil" userId="37be9f5c-8f28-415b-96d6-624acf93bb3f" providerId="ADAL" clId="{18ED56B6-1921-416C-9A28-3F6F3C8390B5}" dt="2026-09-03T16:44:16.605" v="49"/>
          <ac:spMkLst>
            <pc:docMk/>
            <pc:sldMk cId="470603763" sldId="256"/>
            <ac:spMk id="20" creationId="{23D28CC5-98A5-7313-8144-8F4C609648A5}"/>
          </ac:spMkLst>
        </pc:spChg>
        <pc:spChg chg="mod">
          <ac:chgData name="Gilbert, Neil" userId="37be9f5c-8f28-415b-96d6-624acf93bb3f" providerId="ADAL" clId="{18ED56B6-1921-416C-9A28-3F6F3C8390B5}" dt="2026-09-03T16:44:16.605" v="49"/>
          <ac:spMkLst>
            <pc:docMk/>
            <pc:sldMk cId="470603763" sldId="256"/>
            <ac:spMk id="21" creationId="{7C455A33-8E9F-43F4-ECC8-63F2B41EDAF9}"/>
          </ac:spMkLst>
        </pc:spChg>
        <pc:spChg chg="mod">
          <ac:chgData name="Gilbert, Neil" userId="37be9f5c-8f28-415b-96d6-624acf93bb3f" providerId="ADAL" clId="{18ED56B6-1921-416C-9A28-3F6F3C8390B5}" dt="2026-09-03T16:50:35.706" v="87" actId="1037"/>
          <ac:spMkLst>
            <pc:docMk/>
            <pc:sldMk cId="470603763" sldId="256"/>
            <ac:spMk id="22" creationId="{0046218C-8D04-61E7-04F4-ABDCFCC46A32}"/>
          </ac:spMkLst>
        </pc:spChg>
        <pc:grpChg chg="add del mod">
          <ac:chgData name="Gilbert, Neil" userId="37be9f5c-8f28-415b-96d6-624acf93bb3f" providerId="ADAL" clId="{18ED56B6-1921-416C-9A28-3F6F3C8390B5}" dt="2026-09-03T16:44:05.350" v="48" actId="21"/>
          <ac:grpSpMkLst>
            <pc:docMk/>
            <pc:sldMk cId="470603763" sldId="256"/>
            <ac:grpSpMk id="2" creationId="{7193D5A7-DBCC-74DE-21F4-FFC20B0F4636}"/>
          </ac:grpSpMkLst>
        </pc:grpChg>
        <pc:grpChg chg="add mod">
          <ac:chgData name="Gilbert, Neil" userId="37be9f5c-8f28-415b-96d6-624acf93bb3f" providerId="ADAL" clId="{18ED56B6-1921-416C-9A28-3F6F3C8390B5}" dt="2026-09-03T16:44:16.605" v="49"/>
          <ac:grpSpMkLst>
            <pc:docMk/>
            <pc:sldMk cId="470603763" sldId="256"/>
            <ac:grpSpMk id="9" creationId="{7193D5A7-DBCC-74DE-21F4-FFC20B0F4636}"/>
          </ac:grpSpMkLst>
        </pc:grpChg>
        <pc:grpChg chg="del">
          <ac:chgData name="Gilbert, Neil" userId="37be9f5c-8f28-415b-96d6-624acf93bb3f" providerId="ADAL" clId="{18ED56B6-1921-416C-9A28-3F6F3C8390B5}" dt="2026-09-03T16:43:55.450" v="46" actId="21"/>
          <ac:grpSpMkLst>
            <pc:docMk/>
            <pc:sldMk cId="470603763" sldId="256"/>
            <ac:grpSpMk id="13" creationId="{7193D5A7-DBCC-74DE-21F4-FFC20B0F4636}"/>
          </ac:grpSpMkLst>
        </pc:grpChg>
        <pc:picChg chg="add del mod ord">
          <ac:chgData name="Gilbert, Neil" userId="37be9f5c-8f28-415b-96d6-624acf93bb3f" providerId="ADAL" clId="{18ED56B6-1921-416C-9A28-3F6F3C8390B5}" dt="2026-09-03T17:11:01.919" v="93" actId="478"/>
          <ac:picMkLst>
            <pc:docMk/>
            <pc:sldMk cId="470603763" sldId="256"/>
            <ac:picMk id="3" creationId="{02252136-6456-75C1-2297-0B609F63FA7D}"/>
          </ac:picMkLst>
        </pc:picChg>
        <pc:picChg chg="mod">
          <ac:chgData name="Gilbert, Neil" userId="37be9f5c-8f28-415b-96d6-624acf93bb3f" providerId="ADAL" clId="{18ED56B6-1921-416C-9A28-3F6F3C8390B5}" dt="2026-09-03T16:43:56.512" v="47"/>
          <ac:picMkLst>
            <pc:docMk/>
            <pc:sldMk cId="470603763" sldId="256"/>
            <ac:picMk id="3" creationId="{1A3D6F70-6D77-1AE7-42F9-DA3BE6DA71F6}"/>
          </ac:picMkLst>
        </pc:picChg>
        <pc:picChg chg="mod">
          <ac:chgData name="Gilbert, Neil" userId="37be9f5c-8f28-415b-96d6-624acf93bb3f" providerId="ADAL" clId="{18ED56B6-1921-416C-9A28-3F6F3C8390B5}" dt="2026-09-03T16:43:56.512" v="47"/>
          <ac:picMkLst>
            <pc:docMk/>
            <pc:sldMk cId="470603763" sldId="256"/>
            <ac:picMk id="4" creationId="{E25FA32C-2262-3484-686E-583ADA0D3F9A}"/>
          </ac:picMkLst>
        </pc:picChg>
        <pc:picChg chg="add del mod ord">
          <ac:chgData name="Gilbert, Neil" userId="37be9f5c-8f28-415b-96d6-624acf93bb3f" providerId="ADAL" clId="{18ED56B6-1921-416C-9A28-3F6F3C8390B5}" dt="2026-09-03T17:22:40.917" v="98" actId="478"/>
          <ac:picMkLst>
            <pc:docMk/>
            <pc:sldMk cId="470603763" sldId="256"/>
            <ac:picMk id="5" creationId="{D372136B-27FF-1CA8-B003-1671CF94057F}"/>
          </ac:picMkLst>
        </pc:picChg>
        <pc:picChg chg="add mod ord">
          <ac:chgData name="Gilbert, Neil" userId="37be9f5c-8f28-415b-96d6-624acf93bb3f" providerId="ADAL" clId="{18ED56B6-1921-416C-9A28-3F6F3C8390B5}" dt="2026-09-03T17:23:01.901" v="102" actId="167"/>
          <ac:picMkLst>
            <pc:docMk/>
            <pc:sldMk cId="470603763" sldId="256"/>
            <ac:picMk id="7" creationId="{F04D2091-A806-2637-0954-106CFA39FEB5}"/>
          </ac:picMkLst>
        </pc:picChg>
        <pc:picChg chg="mod">
          <ac:chgData name="Gilbert, Neil" userId="37be9f5c-8f28-415b-96d6-624acf93bb3f" providerId="ADAL" clId="{18ED56B6-1921-416C-9A28-3F6F3C8390B5}" dt="2026-09-03T16:44:16.605" v="49"/>
          <ac:picMkLst>
            <pc:docMk/>
            <pc:sldMk cId="470603763" sldId="256"/>
            <ac:picMk id="10" creationId="{1A3D6F70-6D77-1AE7-42F9-DA3BE6DA71F6}"/>
          </ac:picMkLst>
        </pc:picChg>
        <pc:picChg chg="del mod">
          <ac:chgData name="Gilbert, Neil" userId="37be9f5c-8f28-415b-96d6-624acf93bb3f" providerId="ADAL" clId="{18ED56B6-1921-416C-9A28-3F6F3C8390B5}" dt="2026-09-03T16:48:39.327" v="50" actId="478"/>
          <ac:picMkLst>
            <pc:docMk/>
            <pc:sldMk cId="470603763" sldId="256"/>
            <ac:picMk id="11" creationId="{E25FA32C-2262-3484-686E-583ADA0D3F9A}"/>
          </ac:picMkLst>
        </pc:picChg>
        <pc:picChg chg="mod">
          <ac:chgData name="Gilbert, Neil" userId="37be9f5c-8f28-415b-96d6-624acf93bb3f" providerId="ADAL" clId="{18ED56B6-1921-416C-9A28-3F6F3C8390B5}" dt="2026-09-03T16:43:14.878" v="4" actId="1038"/>
          <ac:picMkLst>
            <pc:docMk/>
            <pc:sldMk cId="470603763" sldId="256"/>
            <ac:picMk id="15" creationId="{E25FA32C-2262-3484-686E-583ADA0D3F9A}"/>
          </ac:picMkLst>
        </pc:picChg>
        <pc:picChg chg="add del mod ord">
          <ac:chgData name="Gilbert, Neil" userId="37be9f5c-8f28-415b-96d6-624acf93bb3f" providerId="ADAL" clId="{18ED56B6-1921-416C-9A28-3F6F3C8390B5}" dt="2026-09-03T17:10:06.373" v="88" actId="478"/>
          <ac:picMkLst>
            <pc:docMk/>
            <pc:sldMk cId="470603763" sldId="256"/>
            <ac:picMk id="24" creationId="{3D3A23C8-FA56-3CBA-1434-06C2752546E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6089" y="448945"/>
            <a:ext cx="4656535" cy="955040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6089" y="1440815"/>
            <a:ext cx="4656535" cy="662305"/>
          </a:xfrm>
        </p:spPr>
        <p:txBody>
          <a:bodyPr/>
          <a:lstStyle>
            <a:lvl1pPr marL="0" indent="0" algn="ctr">
              <a:buNone/>
              <a:defRPr sz="960"/>
            </a:lvl1pPr>
            <a:lvl2pPr marL="182880" indent="0" algn="ctr">
              <a:buNone/>
              <a:defRPr sz="800"/>
            </a:lvl2pPr>
            <a:lvl3pPr marL="365760" indent="0" algn="ctr">
              <a:buNone/>
              <a:defRPr sz="720"/>
            </a:lvl3pPr>
            <a:lvl4pPr marL="548640" indent="0" algn="ctr">
              <a:buNone/>
              <a:defRPr sz="640"/>
            </a:lvl4pPr>
            <a:lvl5pPr marL="731520" indent="0" algn="ctr">
              <a:buNone/>
              <a:defRPr sz="640"/>
            </a:lvl5pPr>
            <a:lvl6pPr marL="914400" indent="0" algn="ctr">
              <a:buNone/>
              <a:defRPr sz="640"/>
            </a:lvl6pPr>
            <a:lvl7pPr marL="1097280" indent="0" algn="ctr">
              <a:buNone/>
              <a:defRPr sz="640"/>
            </a:lvl7pPr>
            <a:lvl8pPr marL="1280160" indent="0" algn="ctr">
              <a:buNone/>
              <a:defRPr sz="640"/>
            </a:lvl8pPr>
            <a:lvl9pPr marL="1463040" indent="0" algn="ctr">
              <a:buNone/>
              <a:defRPr sz="6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946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752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615" y="683895"/>
            <a:ext cx="5355015" cy="114109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615" y="1835785"/>
            <a:ext cx="5355015" cy="600075"/>
          </a:xfrm>
        </p:spPr>
        <p:txBody>
          <a:bodyPr/>
          <a:lstStyle>
            <a:lvl1pPr marL="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1pPr>
            <a:lvl2pPr marL="18288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2pPr>
            <a:lvl3pPr marL="365760" indent="0">
              <a:buNone/>
              <a:defRPr sz="720">
                <a:solidFill>
                  <a:schemeClr val="tx1">
                    <a:tint val="82000"/>
                  </a:schemeClr>
                </a:solidFill>
              </a:defRPr>
            </a:lvl3pPr>
            <a:lvl4pPr marL="54864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4pPr>
            <a:lvl5pPr marL="73152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5pPr>
            <a:lvl6pPr marL="91440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6pPr>
            <a:lvl7pPr marL="109728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7pPr>
            <a:lvl8pPr marL="128016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8pPr>
            <a:lvl9pPr marL="146304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574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6849" y="730250"/>
            <a:ext cx="2638703" cy="17405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43161" y="730250"/>
            <a:ext cx="2638703" cy="17405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17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7658" y="146050"/>
            <a:ext cx="5355015" cy="5302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7658" y="672465"/>
            <a:ext cx="2626576" cy="329565"/>
          </a:xfrm>
        </p:spPr>
        <p:txBody>
          <a:bodyPr anchor="b"/>
          <a:lstStyle>
            <a:lvl1pPr marL="0" indent="0">
              <a:buNone/>
              <a:defRPr sz="960" b="1"/>
            </a:lvl1pPr>
            <a:lvl2pPr marL="182880" indent="0">
              <a:buNone/>
              <a:defRPr sz="800" b="1"/>
            </a:lvl2pPr>
            <a:lvl3pPr marL="365760" indent="0">
              <a:buNone/>
              <a:defRPr sz="720" b="1"/>
            </a:lvl3pPr>
            <a:lvl4pPr marL="548640" indent="0">
              <a:buNone/>
              <a:defRPr sz="640" b="1"/>
            </a:lvl4pPr>
            <a:lvl5pPr marL="731520" indent="0">
              <a:buNone/>
              <a:defRPr sz="640" b="1"/>
            </a:lvl5pPr>
            <a:lvl6pPr marL="914400" indent="0">
              <a:buNone/>
              <a:defRPr sz="640" b="1"/>
            </a:lvl6pPr>
            <a:lvl7pPr marL="1097280" indent="0">
              <a:buNone/>
              <a:defRPr sz="640" b="1"/>
            </a:lvl7pPr>
            <a:lvl8pPr marL="1280160" indent="0">
              <a:buNone/>
              <a:defRPr sz="640" b="1"/>
            </a:lvl8pPr>
            <a:lvl9pPr marL="1463040" indent="0">
              <a:buNone/>
              <a:defRPr sz="6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7658" y="1002030"/>
            <a:ext cx="2626576" cy="14738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143161" y="672465"/>
            <a:ext cx="2639512" cy="329565"/>
          </a:xfrm>
        </p:spPr>
        <p:txBody>
          <a:bodyPr anchor="b"/>
          <a:lstStyle>
            <a:lvl1pPr marL="0" indent="0">
              <a:buNone/>
              <a:defRPr sz="960" b="1"/>
            </a:lvl1pPr>
            <a:lvl2pPr marL="182880" indent="0">
              <a:buNone/>
              <a:defRPr sz="800" b="1"/>
            </a:lvl2pPr>
            <a:lvl3pPr marL="365760" indent="0">
              <a:buNone/>
              <a:defRPr sz="720" b="1"/>
            </a:lvl3pPr>
            <a:lvl4pPr marL="548640" indent="0">
              <a:buNone/>
              <a:defRPr sz="640" b="1"/>
            </a:lvl4pPr>
            <a:lvl5pPr marL="731520" indent="0">
              <a:buNone/>
              <a:defRPr sz="640" b="1"/>
            </a:lvl5pPr>
            <a:lvl6pPr marL="914400" indent="0">
              <a:buNone/>
              <a:defRPr sz="640" b="1"/>
            </a:lvl6pPr>
            <a:lvl7pPr marL="1097280" indent="0">
              <a:buNone/>
              <a:defRPr sz="640" b="1"/>
            </a:lvl7pPr>
            <a:lvl8pPr marL="1280160" indent="0">
              <a:buNone/>
              <a:defRPr sz="640" b="1"/>
            </a:lvl8pPr>
            <a:lvl9pPr marL="1463040" indent="0">
              <a:buNone/>
              <a:defRPr sz="6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143161" y="1002030"/>
            <a:ext cx="2639512" cy="14738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158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310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4664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7658" y="182880"/>
            <a:ext cx="2002471" cy="640080"/>
          </a:xfrm>
        </p:spPr>
        <p:txBody>
          <a:bodyPr anchor="b"/>
          <a:lstStyle>
            <a:lvl1pPr>
              <a:defRPr sz="1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39512" y="394970"/>
            <a:ext cx="3143161" cy="1949450"/>
          </a:xfrm>
        </p:spPr>
        <p:txBody>
          <a:bodyPr/>
          <a:lstStyle>
            <a:lvl1pPr>
              <a:defRPr sz="1280"/>
            </a:lvl1pPr>
            <a:lvl2pPr>
              <a:defRPr sz="1120"/>
            </a:lvl2pPr>
            <a:lvl3pPr>
              <a:defRPr sz="96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7658" y="822960"/>
            <a:ext cx="2002471" cy="1524635"/>
          </a:xfrm>
        </p:spPr>
        <p:txBody>
          <a:bodyPr/>
          <a:lstStyle>
            <a:lvl1pPr marL="0" indent="0">
              <a:buNone/>
              <a:defRPr sz="640"/>
            </a:lvl1pPr>
            <a:lvl2pPr marL="182880" indent="0">
              <a:buNone/>
              <a:defRPr sz="560"/>
            </a:lvl2pPr>
            <a:lvl3pPr marL="365760" indent="0">
              <a:buNone/>
              <a:defRPr sz="480"/>
            </a:lvl3pPr>
            <a:lvl4pPr marL="548640" indent="0">
              <a:buNone/>
              <a:defRPr sz="400"/>
            </a:lvl4pPr>
            <a:lvl5pPr marL="731520" indent="0">
              <a:buNone/>
              <a:defRPr sz="400"/>
            </a:lvl5pPr>
            <a:lvl6pPr marL="914400" indent="0">
              <a:buNone/>
              <a:defRPr sz="400"/>
            </a:lvl6pPr>
            <a:lvl7pPr marL="1097280" indent="0">
              <a:buNone/>
              <a:defRPr sz="400"/>
            </a:lvl7pPr>
            <a:lvl8pPr marL="1280160" indent="0">
              <a:buNone/>
              <a:defRPr sz="400"/>
            </a:lvl8pPr>
            <a:lvl9pPr marL="1463040" indent="0">
              <a:buNone/>
              <a:defRPr sz="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1449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7658" y="182880"/>
            <a:ext cx="2002471" cy="640080"/>
          </a:xfrm>
        </p:spPr>
        <p:txBody>
          <a:bodyPr anchor="b"/>
          <a:lstStyle>
            <a:lvl1pPr>
              <a:defRPr sz="1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639512" y="394970"/>
            <a:ext cx="3143161" cy="1949450"/>
          </a:xfrm>
        </p:spPr>
        <p:txBody>
          <a:bodyPr anchor="t"/>
          <a:lstStyle>
            <a:lvl1pPr marL="0" indent="0">
              <a:buNone/>
              <a:defRPr sz="1280"/>
            </a:lvl1pPr>
            <a:lvl2pPr marL="182880" indent="0">
              <a:buNone/>
              <a:defRPr sz="1120"/>
            </a:lvl2pPr>
            <a:lvl3pPr marL="365760" indent="0">
              <a:buNone/>
              <a:defRPr sz="960"/>
            </a:lvl3pPr>
            <a:lvl4pPr marL="548640" indent="0">
              <a:buNone/>
              <a:defRPr sz="800"/>
            </a:lvl4pPr>
            <a:lvl5pPr marL="731520" indent="0">
              <a:buNone/>
              <a:defRPr sz="800"/>
            </a:lvl5pPr>
            <a:lvl6pPr marL="914400" indent="0">
              <a:buNone/>
              <a:defRPr sz="800"/>
            </a:lvl6pPr>
            <a:lvl7pPr marL="1097280" indent="0">
              <a:buNone/>
              <a:defRPr sz="800"/>
            </a:lvl7pPr>
            <a:lvl8pPr marL="1280160" indent="0">
              <a:buNone/>
              <a:defRPr sz="800"/>
            </a:lvl8pPr>
            <a:lvl9pPr marL="1463040" indent="0">
              <a:buNone/>
              <a:defRPr sz="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7658" y="822960"/>
            <a:ext cx="2002471" cy="1524635"/>
          </a:xfrm>
        </p:spPr>
        <p:txBody>
          <a:bodyPr/>
          <a:lstStyle>
            <a:lvl1pPr marL="0" indent="0">
              <a:buNone/>
              <a:defRPr sz="640"/>
            </a:lvl1pPr>
            <a:lvl2pPr marL="182880" indent="0">
              <a:buNone/>
              <a:defRPr sz="560"/>
            </a:lvl2pPr>
            <a:lvl3pPr marL="365760" indent="0">
              <a:buNone/>
              <a:defRPr sz="480"/>
            </a:lvl3pPr>
            <a:lvl4pPr marL="548640" indent="0">
              <a:buNone/>
              <a:defRPr sz="400"/>
            </a:lvl4pPr>
            <a:lvl5pPr marL="731520" indent="0">
              <a:buNone/>
              <a:defRPr sz="400"/>
            </a:lvl5pPr>
            <a:lvl6pPr marL="914400" indent="0">
              <a:buNone/>
              <a:defRPr sz="400"/>
            </a:lvl6pPr>
            <a:lvl7pPr marL="1097280" indent="0">
              <a:buNone/>
              <a:defRPr sz="400"/>
            </a:lvl7pPr>
            <a:lvl8pPr marL="1280160" indent="0">
              <a:buNone/>
              <a:defRPr sz="400"/>
            </a:lvl8pPr>
            <a:lvl9pPr marL="1463040" indent="0">
              <a:buNone/>
              <a:defRPr sz="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31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207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43110" y="146050"/>
            <a:ext cx="1338754" cy="2324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6849" y="146050"/>
            <a:ext cx="3938652" cy="232473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18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6849" y="146050"/>
            <a:ext cx="5355015" cy="530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849" y="730250"/>
            <a:ext cx="5355015" cy="17405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6849" y="2542540"/>
            <a:ext cx="1396960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03F1AD-52AB-42AD-9792-3F248794A2B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56636" y="2542540"/>
            <a:ext cx="2095441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84904" y="2542540"/>
            <a:ext cx="1396960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496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5760" rtl="0" eaLnBrk="1" latinLnBrk="0" hangingPunct="1">
        <a:lnSpc>
          <a:spcPct val="90000"/>
        </a:lnSpc>
        <a:spcBef>
          <a:spcPct val="0"/>
        </a:spcBef>
        <a:buNone/>
        <a:defRPr sz="17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36576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12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5pPr>
      <a:lvl6pPr marL="100584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6pPr>
      <a:lvl7pPr marL="118872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7pPr>
      <a:lvl8pPr marL="137160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8pPr>
      <a:lvl9pPr marL="155448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1pPr>
      <a:lvl2pPr marL="18288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2pPr>
      <a:lvl3pPr marL="36576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3pPr>
      <a:lvl4pPr marL="54864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4pPr>
      <a:lvl5pPr marL="73152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6pPr>
      <a:lvl7pPr marL="109728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7pPr>
      <a:lvl8pPr marL="128016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8pPr>
      <a:lvl9pPr marL="146304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04D2091-A806-2637-0954-106CFA39FE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1176" y="0"/>
            <a:ext cx="3657599" cy="274320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7193D5A7-DBCC-74DE-21F4-FFC20B0F4636}"/>
              </a:ext>
            </a:extLst>
          </p:cNvPr>
          <p:cNvGrpSpPr/>
          <p:nvPr/>
        </p:nvGrpSpPr>
        <p:grpSpPr>
          <a:xfrm>
            <a:off x="0" y="0"/>
            <a:ext cx="2674684" cy="2743206"/>
            <a:chOff x="0" y="0"/>
            <a:chExt cx="2674684" cy="2743206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A3D6F70-6D77-1AE7-42F9-DA3BE6DA7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2286005" cy="2743206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2303B2F-7855-2234-5DCE-49175B3E485C}"/>
                </a:ext>
              </a:extLst>
            </p:cNvPr>
            <p:cNvSpPr/>
            <p:nvPr/>
          </p:nvSpPr>
          <p:spPr>
            <a:xfrm>
              <a:off x="721044" y="658815"/>
              <a:ext cx="1517341" cy="4953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rgbClr val="178F9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−92% change in probability of detection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3D28CC5-98A5-7313-8144-8F4C609648A5}"/>
                </a:ext>
              </a:extLst>
            </p:cNvPr>
            <p:cNvSpPr/>
            <p:nvPr/>
          </p:nvSpPr>
          <p:spPr>
            <a:xfrm>
              <a:off x="984252" y="1062038"/>
              <a:ext cx="1517341" cy="4953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900" b="1" dirty="0">
                  <a:solidFill>
                    <a:srgbClr val="AE8548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−83% change in probability of detection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C455A33-8E9F-43F4-ECC8-63F2B41EDAF9}"/>
                </a:ext>
              </a:extLst>
            </p:cNvPr>
            <p:cNvSpPr/>
            <p:nvPr/>
          </p:nvSpPr>
          <p:spPr>
            <a:xfrm>
              <a:off x="58135" y="57150"/>
              <a:ext cx="131297" cy="15263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046218C-8D04-61E7-04F4-ABDCFCC46A32}"/>
                </a:ext>
              </a:extLst>
            </p:cNvPr>
            <p:cNvSpPr/>
            <p:nvPr/>
          </p:nvSpPr>
          <p:spPr>
            <a:xfrm>
              <a:off x="2543387" y="57149"/>
              <a:ext cx="131297" cy="15263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0603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</TotalTime>
  <Words>18</Words>
  <Application>Microsoft Office PowerPoint</Application>
  <PresentationFormat>Custom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Oklahoma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Gilbert, Neil</dc:creator>
  <cp:lastModifiedBy>Gilbert, Neil</cp:lastModifiedBy>
  <cp:revision>1</cp:revision>
  <dcterms:created xsi:type="dcterms:W3CDTF">2026-05-28T23:41:13Z</dcterms:created>
  <dcterms:modified xsi:type="dcterms:W3CDTF">2026-09-03T17:23:11Z</dcterms:modified>
</cp:coreProperties>
</file>