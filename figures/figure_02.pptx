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272213" cy="2835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769D2-4F2C-47C3-9BA4-73BDE2B094D1}" v="4" dt="2026-09-17T16:20:53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16" autoAdjust="0"/>
    <p:restoredTop sz="94660"/>
  </p:normalViewPr>
  <p:slideViewPr>
    <p:cSldViewPr snapToGrid="0">
      <p:cViewPr>
        <p:scale>
          <a:sx n="150" d="100"/>
          <a:sy n="150" d="100"/>
        </p:scale>
        <p:origin x="89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undo custSel modSld">
      <pc:chgData name="Gilbert, Neil" userId="37be9f5c-8f28-415b-96d6-624acf93bb3f" providerId="ADAL" clId="{18ED56B6-1921-416C-9A28-3F6F3C8390B5}" dt="2026-09-17T16:20:53.112" v="125"/>
      <pc:docMkLst>
        <pc:docMk/>
      </pc:docMkLst>
      <pc:sldChg chg="addSp delSp modSp mod">
        <pc:chgData name="Gilbert, Neil" userId="37be9f5c-8f28-415b-96d6-624acf93bb3f" providerId="ADAL" clId="{18ED56B6-1921-416C-9A28-3F6F3C8390B5}" dt="2026-09-17T16:20:53.112" v="125"/>
        <pc:sldMkLst>
          <pc:docMk/>
          <pc:sldMk cId="470603763" sldId="256"/>
        </pc:sldMkLst>
        <pc:spChg chg="add mod">
          <ac:chgData name="Gilbert, Neil" userId="37be9f5c-8f28-415b-96d6-624acf93bb3f" providerId="ADAL" clId="{18ED56B6-1921-416C-9A28-3F6F3C8390B5}" dt="2026-09-17T16:19:22.440" v="114" actId="164"/>
          <ac:spMkLst>
            <pc:docMk/>
            <pc:sldMk cId="470603763" sldId="256"/>
            <ac:spMk id="3" creationId="{85F16C4B-9537-1AF0-FDC9-59BF9F4F5919}"/>
          </ac:spMkLst>
        </pc:spChg>
        <pc:spChg chg="add mod">
          <ac:chgData name="Gilbert, Neil" userId="37be9f5c-8f28-415b-96d6-624acf93bb3f" providerId="ADAL" clId="{18ED56B6-1921-416C-9A28-3F6F3C8390B5}" dt="2026-09-17T16:19:22.440" v="114" actId="164"/>
          <ac:spMkLst>
            <pc:docMk/>
            <pc:sldMk cId="470603763" sldId="256"/>
            <ac:spMk id="5" creationId="{D13F5E40-BA00-6966-FFE8-60CA82EF3209}"/>
          </ac:spMkLst>
        </pc:spChg>
        <pc:spChg chg="mod">
          <ac:chgData name="Gilbert, Neil" userId="37be9f5c-8f28-415b-96d6-624acf93bb3f" providerId="ADAL" clId="{18ED56B6-1921-416C-9A28-3F6F3C8390B5}" dt="2026-09-03T16:44:16.605" v="49"/>
          <ac:spMkLst>
            <pc:docMk/>
            <pc:sldMk cId="470603763" sldId="256"/>
            <ac:spMk id="12" creationId="{F2303B2F-7855-2234-5DCE-49175B3E485C}"/>
          </ac:spMkLst>
        </pc:spChg>
        <pc:spChg chg="mod">
          <ac:chgData name="Gilbert, Neil" userId="37be9f5c-8f28-415b-96d6-624acf93bb3f" providerId="ADAL" clId="{18ED56B6-1921-416C-9A28-3F6F3C8390B5}" dt="2026-09-17T16:19:37.947" v="116"/>
          <ac:spMkLst>
            <pc:docMk/>
            <pc:sldMk cId="470603763" sldId="256"/>
            <ac:spMk id="14" creationId="{85F16C4B-9537-1AF0-FDC9-59BF9F4F5919}"/>
          </ac:spMkLst>
        </pc:spChg>
        <pc:spChg chg="mod">
          <ac:chgData name="Gilbert, Neil" userId="37be9f5c-8f28-415b-96d6-624acf93bb3f" providerId="ADAL" clId="{18ED56B6-1921-416C-9A28-3F6F3C8390B5}" dt="2026-09-17T16:19:37.947" v="116"/>
          <ac:spMkLst>
            <pc:docMk/>
            <pc:sldMk cId="470603763" sldId="256"/>
            <ac:spMk id="15" creationId="{D13F5E40-BA00-6966-FFE8-60CA82EF3209}"/>
          </ac:spMkLst>
        </pc:spChg>
        <pc:spChg chg="mod">
          <ac:chgData name="Gilbert, Neil" userId="37be9f5c-8f28-415b-96d6-624acf93bb3f" providerId="ADAL" clId="{18ED56B6-1921-416C-9A28-3F6F3C8390B5}" dt="2026-09-17T16:19:37.947" v="116"/>
          <ac:spMkLst>
            <pc:docMk/>
            <pc:sldMk cId="470603763" sldId="256"/>
            <ac:spMk id="17" creationId="{F2303B2F-7855-2234-5DCE-49175B3E485C}"/>
          </ac:spMkLst>
        </pc:spChg>
        <pc:spChg chg="mod">
          <ac:chgData name="Gilbert, Neil" userId="37be9f5c-8f28-415b-96d6-624acf93bb3f" providerId="ADAL" clId="{18ED56B6-1921-416C-9A28-3F6F3C8390B5}" dt="2026-09-17T16:19:37.947" v="116"/>
          <ac:spMkLst>
            <pc:docMk/>
            <pc:sldMk cId="470603763" sldId="256"/>
            <ac:spMk id="18" creationId="{23D28CC5-98A5-7313-8144-8F4C609648A5}"/>
          </ac:spMkLst>
        </pc:spChg>
        <pc:spChg chg="mod">
          <ac:chgData name="Gilbert, Neil" userId="37be9f5c-8f28-415b-96d6-624acf93bb3f" providerId="ADAL" clId="{18ED56B6-1921-416C-9A28-3F6F3C8390B5}" dt="2026-09-17T16:19:37.947" v="116"/>
          <ac:spMkLst>
            <pc:docMk/>
            <pc:sldMk cId="470603763" sldId="256"/>
            <ac:spMk id="19" creationId="{7C455A33-8E9F-43F4-ECC8-63F2B41EDAF9}"/>
          </ac:spMkLst>
        </pc:spChg>
        <pc:spChg chg="mod">
          <ac:chgData name="Gilbert, Neil" userId="37be9f5c-8f28-415b-96d6-624acf93bb3f" providerId="ADAL" clId="{18ED56B6-1921-416C-9A28-3F6F3C8390B5}" dt="2026-09-03T16:44:16.605" v="49"/>
          <ac:spMkLst>
            <pc:docMk/>
            <pc:sldMk cId="470603763" sldId="256"/>
            <ac:spMk id="20" creationId="{23D28CC5-98A5-7313-8144-8F4C609648A5}"/>
          </ac:spMkLst>
        </pc:spChg>
        <pc:spChg chg="mod">
          <ac:chgData name="Gilbert, Neil" userId="37be9f5c-8f28-415b-96d6-624acf93bb3f" providerId="ADAL" clId="{18ED56B6-1921-416C-9A28-3F6F3C8390B5}" dt="2026-09-03T16:44:16.605" v="49"/>
          <ac:spMkLst>
            <pc:docMk/>
            <pc:sldMk cId="470603763" sldId="256"/>
            <ac:spMk id="21" creationId="{7C455A33-8E9F-43F4-ECC8-63F2B41EDAF9}"/>
          </ac:spMkLst>
        </pc:spChg>
        <pc:spChg chg="mod">
          <ac:chgData name="Gilbert, Neil" userId="37be9f5c-8f28-415b-96d6-624acf93bb3f" providerId="ADAL" clId="{18ED56B6-1921-416C-9A28-3F6F3C8390B5}" dt="2026-09-03T16:50:35.706" v="87" actId="1037"/>
          <ac:spMkLst>
            <pc:docMk/>
            <pc:sldMk cId="470603763" sldId="256"/>
            <ac:spMk id="22" creationId="{0046218C-8D04-61E7-04F4-ABDCFCC46A32}"/>
          </ac:spMkLst>
        </pc:spChg>
        <pc:spChg chg="mod">
          <ac:chgData name="Gilbert, Neil" userId="37be9f5c-8f28-415b-96d6-624acf93bb3f" providerId="ADAL" clId="{18ED56B6-1921-416C-9A28-3F6F3C8390B5}" dt="2026-09-17T16:19:37.947" v="116"/>
          <ac:spMkLst>
            <pc:docMk/>
            <pc:sldMk cId="470603763" sldId="256"/>
            <ac:spMk id="23" creationId="{0046218C-8D04-61E7-04F4-ABDCFCC46A32}"/>
          </ac:spMkLst>
        </pc:spChg>
        <pc:spChg chg="add del mod">
          <ac:chgData name="Gilbert, Neil" userId="37be9f5c-8f28-415b-96d6-624acf93bb3f" providerId="ADAL" clId="{18ED56B6-1921-416C-9A28-3F6F3C8390B5}" dt="2026-09-17T16:20:33.896" v="123" actId="478"/>
          <ac:spMkLst>
            <pc:docMk/>
            <pc:sldMk cId="470603763" sldId="256"/>
            <ac:spMk id="25" creationId="{B2699F61-2467-F5FD-4A0A-CF8A7BBF8476}"/>
          </ac:spMkLst>
        </pc:spChg>
        <pc:spChg chg="mod">
          <ac:chgData name="Gilbert, Neil" userId="37be9f5c-8f28-415b-96d6-624acf93bb3f" providerId="ADAL" clId="{18ED56B6-1921-416C-9A28-3F6F3C8390B5}" dt="2026-09-17T16:20:53.112" v="125"/>
          <ac:spMkLst>
            <pc:docMk/>
            <pc:sldMk cId="470603763" sldId="256"/>
            <ac:spMk id="29" creationId="{85F16C4B-9537-1AF0-FDC9-59BF9F4F5919}"/>
          </ac:spMkLst>
        </pc:spChg>
        <pc:spChg chg="mod">
          <ac:chgData name="Gilbert, Neil" userId="37be9f5c-8f28-415b-96d6-624acf93bb3f" providerId="ADAL" clId="{18ED56B6-1921-416C-9A28-3F6F3C8390B5}" dt="2026-09-17T16:20:53.112" v="125"/>
          <ac:spMkLst>
            <pc:docMk/>
            <pc:sldMk cId="470603763" sldId="256"/>
            <ac:spMk id="30" creationId="{D13F5E40-BA00-6966-FFE8-60CA82EF3209}"/>
          </ac:spMkLst>
        </pc:spChg>
        <pc:spChg chg="mod">
          <ac:chgData name="Gilbert, Neil" userId="37be9f5c-8f28-415b-96d6-624acf93bb3f" providerId="ADAL" clId="{18ED56B6-1921-416C-9A28-3F6F3C8390B5}" dt="2026-09-17T16:20:53.112" v="125"/>
          <ac:spMkLst>
            <pc:docMk/>
            <pc:sldMk cId="470603763" sldId="256"/>
            <ac:spMk id="32" creationId="{F2303B2F-7855-2234-5DCE-49175B3E485C}"/>
          </ac:spMkLst>
        </pc:spChg>
        <pc:spChg chg="mod">
          <ac:chgData name="Gilbert, Neil" userId="37be9f5c-8f28-415b-96d6-624acf93bb3f" providerId="ADAL" clId="{18ED56B6-1921-416C-9A28-3F6F3C8390B5}" dt="2026-09-17T16:20:53.112" v="125"/>
          <ac:spMkLst>
            <pc:docMk/>
            <pc:sldMk cId="470603763" sldId="256"/>
            <ac:spMk id="33" creationId="{23D28CC5-98A5-7313-8144-8F4C609648A5}"/>
          </ac:spMkLst>
        </pc:spChg>
        <pc:spChg chg="mod">
          <ac:chgData name="Gilbert, Neil" userId="37be9f5c-8f28-415b-96d6-624acf93bb3f" providerId="ADAL" clId="{18ED56B6-1921-416C-9A28-3F6F3C8390B5}" dt="2026-09-17T16:20:53.112" v="125"/>
          <ac:spMkLst>
            <pc:docMk/>
            <pc:sldMk cId="470603763" sldId="256"/>
            <ac:spMk id="34" creationId="{7C455A33-8E9F-43F4-ECC8-63F2B41EDAF9}"/>
          </ac:spMkLst>
        </pc:spChg>
        <pc:spChg chg="mod">
          <ac:chgData name="Gilbert, Neil" userId="37be9f5c-8f28-415b-96d6-624acf93bb3f" providerId="ADAL" clId="{18ED56B6-1921-416C-9A28-3F6F3C8390B5}" dt="2026-09-17T16:20:53.112" v="125"/>
          <ac:spMkLst>
            <pc:docMk/>
            <pc:sldMk cId="470603763" sldId="256"/>
            <ac:spMk id="35" creationId="{0046218C-8D04-61E7-04F4-ABDCFCC46A32}"/>
          </ac:spMkLst>
        </pc:spChg>
        <pc:grpChg chg="add del mod">
          <ac:chgData name="Gilbert, Neil" userId="37be9f5c-8f28-415b-96d6-624acf93bb3f" providerId="ADAL" clId="{18ED56B6-1921-416C-9A28-3F6F3C8390B5}" dt="2026-09-17T16:19:36.621" v="115" actId="21"/>
          <ac:grpSpMkLst>
            <pc:docMk/>
            <pc:sldMk cId="470603763" sldId="256"/>
            <ac:grpSpMk id="6" creationId="{C414198B-DF3E-8F1E-EC61-C138F684EEE4}"/>
          </ac:grpSpMkLst>
        </pc:grpChg>
        <pc:grpChg chg="add del mod">
          <ac:chgData name="Gilbert, Neil" userId="37be9f5c-8f28-415b-96d6-624acf93bb3f" providerId="ADAL" clId="{18ED56B6-1921-416C-9A28-3F6F3C8390B5}" dt="2026-09-17T16:20:36.369" v="124" actId="21"/>
          <ac:grpSpMkLst>
            <pc:docMk/>
            <pc:sldMk cId="470603763" sldId="256"/>
            <ac:grpSpMk id="8" creationId="{C414198B-DF3E-8F1E-EC61-C138F684EEE4}"/>
          </ac:grpSpMkLst>
        </pc:grpChg>
        <pc:grpChg chg="add mod">
          <ac:chgData name="Gilbert, Neil" userId="37be9f5c-8f28-415b-96d6-624acf93bb3f" providerId="ADAL" clId="{18ED56B6-1921-416C-9A28-3F6F3C8390B5}" dt="2026-09-17T16:19:22.440" v="114" actId="164"/>
          <ac:grpSpMkLst>
            <pc:docMk/>
            <pc:sldMk cId="470603763" sldId="256"/>
            <ac:grpSpMk id="9" creationId="{7193D5A7-DBCC-74DE-21F4-FFC20B0F4636}"/>
          </ac:grpSpMkLst>
        </pc:grpChg>
        <pc:grpChg chg="mod">
          <ac:chgData name="Gilbert, Neil" userId="37be9f5c-8f28-415b-96d6-624acf93bb3f" providerId="ADAL" clId="{18ED56B6-1921-416C-9A28-3F6F3C8390B5}" dt="2026-09-17T16:19:37.947" v="116"/>
          <ac:grpSpMkLst>
            <pc:docMk/>
            <pc:sldMk cId="470603763" sldId="256"/>
            <ac:grpSpMk id="13" creationId="{7193D5A7-DBCC-74DE-21F4-FFC20B0F4636}"/>
          </ac:grpSpMkLst>
        </pc:grpChg>
        <pc:grpChg chg="add mod">
          <ac:chgData name="Gilbert, Neil" userId="37be9f5c-8f28-415b-96d6-624acf93bb3f" providerId="ADAL" clId="{18ED56B6-1921-416C-9A28-3F6F3C8390B5}" dt="2026-09-17T16:20:53.112" v="125"/>
          <ac:grpSpMkLst>
            <pc:docMk/>
            <pc:sldMk cId="470603763" sldId="256"/>
            <ac:grpSpMk id="26" creationId="{C414198B-DF3E-8F1E-EC61-C138F684EEE4}"/>
          </ac:grpSpMkLst>
        </pc:grpChg>
        <pc:grpChg chg="mod">
          <ac:chgData name="Gilbert, Neil" userId="37be9f5c-8f28-415b-96d6-624acf93bb3f" providerId="ADAL" clId="{18ED56B6-1921-416C-9A28-3F6F3C8390B5}" dt="2026-09-17T16:20:53.112" v="125"/>
          <ac:grpSpMkLst>
            <pc:docMk/>
            <pc:sldMk cId="470603763" sldId="256"/>
            <ac:grpSpMk id="28" creationId="{7193D5A7-DBCC-74DE-21F4-FFC20B0F4636}"/>
          </ac:grpSpMkLst>
        </pc:grpChg>
        <pc:picChg chg="add mod ord">
          <ac:chgData name="Gilbert, Neil" userId="37be9f5c-8f28-415b-96d6-624acf93bb3f" providerId="ADAL" clId="{18ED56B6-1921-416C-9A28-3F6F3C8390B5}" dt="2026-09-17T16:19:22.440" v="114" actId="164"/>
          <ac:picMkLst>
            <pc:docMk/>
            <pc:sldMk cId="470603763" sldId="256"/>
            <ac:picMk id="7" creationId="{F04D2091-A806-2637-0954-106CFA39FEB5}"/>
          </ac:picMkLst>
        </pc:picChg>
        <pc:picChg chg="mod">
          <ac:chgData name="Gilbert, Neil" userId="37be9f5c-8f28-415b-96d6-624acf93bb3f" providerId="ADAL" clId="{18ED56B6-1921-416C-9A28-3F6F3C8390B5}" dt="2026-09-03T16:44:16.605" v="49"/>
          <ac:picMkLst>
            <pc:docMk/>
            <pc:sldMk cId="470603763" sldId="256"/>
            <ac:picMk id="10" creationId="{1A3D6F70-6D77-1AE7-42F9-DA3BE6DA71F6}"/>
          </ac:picMkLst>
        </pc:picChg>
        <pc:picChg chg="mod">
          <ac:chgData name="Gilbert, Neil" userId="37be9f5c-8f28-415b-96d6-624acf93bb3f" providerId="ADAL" clId="{18ED56B6-1921-416C-9A28-3F6F3C8390B5}" dt="2026-09-17T16:19:37.947" v="116"/>
          <ac:picMkLst>
            <pc:docMk/>
            <pc:sldMk cId="470603763" sldId="256"/>
            <ac:picMk id="11" creationId="{F04D2091-A806-2637-0954-106CFA39FEB5}"/>
          </ac:picMkLst>
        </pc:picChg>
        <pc:picChg chg="mod">
          <ac:chgData name="Gilbert, Neil" userId="37be9f5c-8f28-415b-96d6-624acf93bb3f" providerId="ADAL" clId="{18ED56B6-1921-416C-9A28-3F6F3C8390B5}" dt="2026-09-17T16:19:37.947" v="116"/>
          <ac:picMkLst>
            <pc:docMk/>
            <pc:sldMk cId="470603763" sldId="256"/>
            <ac:picMk id="16" creationId="{1A3D6F70-6D77-1AE7-42F9-DA3BE6DA71F6}"/>
          </ac:picMkLst>
        </pc:picChg>
        <pc:picChg chg="mod">
          <ac:chgData name="Gilbert, Neil" userId="37be9f5c-8f28-415b-96d6-624acf93bb3f" providerId="ADAL" clId="{18ED56B6-1921-416C-9A28-3F6F3C8390B5}" dt="2026-09-17T16:20:53.112" v="125"/>
          <ac:picMkLst>
            <pc:docMk/>
            <pc:sldMk cId="470603763" sldId="256"/>
            <ac:picMk id="27" creationId="{F04D2091-A806-2637-0954-106CFA39FEB5}"/>
          </ac:picMkLst>
        </pc:picChg>
        <pc:picChg chg="mod">
          <ac:chgData name="Gilbert, Neil" userId="37be9f5c-8f28-415b-96d6-624acf93bb3f" providerId="ADAL" clId="{18ED56B6-1921-416C-9A28-3F6F3C8390B5}" dt="2026-09-17T16:20:53.112" v="125"/>
          <ac:picMkLst>
            <pc:docMk/>
            <pc:sldMk cId="470603763" sldId="256"/>
            <ac:picMk id="31" creationId="{1A3D6F70-6D77-1AE7-42F9-DA3BE6DA71F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4027" y="464014"/>
            <a:ext cx="4704160" cy="987096"/>
          </a:xfrm>
        </p:spPr>
        <p:txBody>
          <a:bodyPr anchor="b"/>
          <a:lstStyle>
            <a:lvl1pPr algn="ctr">
              <a:defRPr sz="2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4027" y="1489176"/>
            <a:ext cx="4704160" cy="684535"/>
          </a:xfrm>
        </p:spPr>
        <p:txBody>
          <a:bodyPr/>
          <a:lstStyle>
            <a:lvl1pPr marL="0" indent="0" algn="ctr">
              <a:buNone/>
              <a:defRPr sz="992"/>
            </a:lvl1pPr>
            <a:lvl2pPr marL="189006" indent="0" algn="ctr">
              <a:buNone/>
              <a:defRPr sz="827"/>
            </a:lvl2pPr>
            <a:lvl3pPr marL="378013" indent="0" algn="ctr">
              <a:buNone/>
              <a:defRPr sz="744"/>
            </a:lvl3pPr>
            <a:lvl4pPr marL="567019" indent="0" algn="ctr">
              <a:buNone/>
              <a:defRPr sz="661"/>
            </a:lvl4pPr>
            <a:lvl5pPr marL="756026" indent="0" algn="ctr">
              <a:buNone/>
              <a:defRPr sz="661"/>
            </a:lvl5pPr>
            <a:lvl6pPr marL="945032" indent="0" algn="ctr">
              <a:buNone/>
              <a:defRPr sz="661"/>
            </a:lvl6pPr>
            <a:lvl7pPr marL="1134039" indent="0" algn="ctr">
              <a:buNone/>
              <a:defRPr sz="661"/>
            </a:lvl7pPr>
            <a:lvl8pPr marL="1323045" indent="0" algn="ctr">
              <a:buNone/>
              <a:defRPr sz="661"/>
            </a:lvl8pPr>
            <a:lvl9pPr marL="1512052" indent="0" algn="ctr">
              <a:buNone/>
              <a:defRPr sz="66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4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1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948" y="706850"/>
            <a:ext cx="5409784" cy="1179395"/>
          </a:xfrm>
        </p:spPr>
        <p:txBody>
          <a:bodyPr anchor="b"/>
          <a:lstStyle>
            <a:lvl1pPr>
              <a:defRPr sz="2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7948" y="1897403"/>
            <a:ext cx="5409784" cy="620216"/>
          </a:xfrm>
        </p:spPr>
        <p:txBody>
          <a:bodyPr/>
          <a:lstStyle>
            <a:lvl1pPr marL="0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1pPr>
            <a:lvl2pPr marL="189006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2pPr>
            <a:lvl3pPr marL="378013" indent="0">
              <a:buNone/>
              <a:defRPr sz="744">
                <a:solidFill>
                  <a:schemeClr val="tx1">
                    <a:tint val="82000"/>
                  </a:schemeClr>
                </a:solidFill>
              </a:defRPr>
            </a:lvl3pPr>
            <a:lvl4pPr marL="567019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4pPr>
            <a:lvl5pPr marL="756026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5pPr>
            <a:lvl6pPr marL="945032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6pPr>
            <a:lvl7pPr marL="1134039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7pPr>
            <a:lvl8pPr marL="1323045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8pPr>
            <a:lvl9pPr marL="1512052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9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1214" y="754761"/>
            <a:ext cx="2665691" cy="1798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75308" y="754761"/>
            <a:ext cx="2665691" cy="1798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7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31" y="150952"/>
            <a:ext cx="5409784" cy="5480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32" y="695036"/>
            <a:ext cx="2653440" cy="340627"/>
          </a:xfrm>
        </p:spPr>
        <p:txBody>
          <a:bodyPr anchor="b"/>
          <a:lstStyle>
            <a:lvl1pPr marL="0" indent="0">
              <a:buNone/>
              <a:defRPr sz="992" b="1"/>
            </a:lvl1pPr>
            <a:lvl2pPr marL="189006" indent="0">
              <a:buNone/>
              <a:defRPr sz="827" b="1"/>
            </a:lvl2pPr>
            <a:lvl3pPr marL="378013" indent="0">
              <a:buNone/>
              <a:defRPr sz="744" b="1"/>
            </a:lvl3pPr>
            <a:lvl4pPr marL="567019" indent="0">
              <a:buNone/>
              <a:defRPr sz="661" b="1"/>
            </a:lvl4pPr>
            <a:lvl5pPr marL="756026" indent="0">
              <a:buNone/>
              <a:defRPr sz="661" b="1"/>
            </a:lvl5pPr>
            <a:lvl6pPr marL="945032" indent="0">
              <a:buNone/>
              <a:defRPr sz="661" b="1"/>
            </a:lvl6pPr>
            <a:lvl7pPr marL="1134039" indent="0">
              <a:buNone/>
              <a:defRPr sz="661" b="1"/>
            </a:lvl7pPr>
            <a:lvl8pPr marL="1323045" indent="0">
              <a:buNone/>
              <a:defRPr sz="661" b="1"/>
            </a:lvl8pPr>
            <a:lvl9pPr marL="1512052" indent="0">
              <a:buNone/>
              <a:defRPr sz="6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32" y="1035663"/>
            <a:ext cx="2653440" cy="1523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308" y="695036"/>
            <a:ext cx="2666507" cy="340627"/>
          </a:xfrm>
        </p:spPr>
        <p:txBody>
          <a:bodyPr anchor="b"/>
          <a:lstStyle>
            <a:lvl1pPr marL="0" indent="0">
              <a:buNone/>
              <a:defRPr sz="992" b="1"/>
            </a:lvl1pPr>
            <a:lvl2pPr marL="189006" indent="0">
              <a:buNone/>
              <a:defRPr sz="827" b="1"/>
            </a:lvl2pPr>
            <a:lvl3pPr marL="378013" indent="0">
              <a:buNone/>
              <a:defRPr sz="744" b="1"/>
            </a:lvl3pPr>
            <a:lvl4pPr marL="567019" indent="0">
              <a:buNone/>
              <a:defRPr sz="661" b="1"/>
            </a:lvl4pPr>
            <a:lvl5pPr marL="756026" indent="0">
              <a:buNone/>
              <a:defRPr sz="661" b="1"/>
            </a:lvl5pPr>
            <a:lvl6pPr marL="945032" indent="0">
              <a:buNone/>
              <a:defRPr sz="661" b="1"/>
            </a:lvl6pPr>
            <a:lvl7pPr marL="1134039" indent="0">
              <a:buNone/>
              <a:defRPr sz="661" b="1"/>
            </a:lvl7pPr>
            <a:lvl8pPr marL="1323045" indent="0">
              <a:buNone/>
              <a:defRPr sz="661" b="1"/>
            </a:lvl8pPr>
            <a:lvl9pPr marL="1512052" indent="0">
              <a:buNone/>
              <a:defRPr sz="6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75308" y="1035663"/>
            <a:ext cx="2666507" cy="1523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3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0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73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32" y="189018"/>
            <a:ext cx="2022952" cy="661564"/>
          </a:xfrm>
        </p:spPr>
        <p:txBody>
          <a:bodyPr anchor="b"/>
          <a:lstStyle>
            <a:lvl1pPr>
              <a:defRPr sz="13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507" y="408227"/>
            <a:ext cx="3175308" cy="2014883"/>
          </a:xfrm>
        </p:spPr>
        <p:txBody>
          <a:bodyPr/>
          <a:lstStyle>
            <a:lvl1pPr>
              <a:defRPr sz="1323"/>
            </a:lvl1pPr>
            <a:lvl2pPr>
              <a:defRPr sz="1158"/>
            </a:lvl2pPr>
            <a:lvl3pPr>
              <a:defRPr sz="992"/>
            </a:lvl3pPr>
            <a:lvl4pPr>
              <a:defRPr sz="827"/>
            </a:lvl4pPr>
            <a:lvl5pPr>
              <a:defRPr sz="827"/>
            </a:lvl5pPr>
            <a:lvl6pPr>
              <a:defRPr sz="827"/>
            </a:lvl6pPr>
            <a:lvl7pPr>
              <a:defRPr sz="827"/>
            </a:lvl7pPr>
            <a:lvl8pPr>
              <a:defRPr sz="827"/>
            </a:lvl8pPr>
            <a:lvl9pPr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2032" y="850583"/>
            <a:ext cx="2022952" cy="1575809"/>
          </a:xfrm>
        </p:spPr>
        <p:txBody>
          <a:bodyPr/>
          <a:lstStyle>
            <a:lvl1pPr marL="0" indent="0">
              <a:buNone/>
              <a:defRPr sz="661"/>
            </a:lvl1pPr>
            <a:lvl2pPr marL="189006" indent="0">
              <a:buNone/>
              <a:defRPr sz="579"/>
            </a:lvl2pPr>
            <a:lvl3pPr marL="378013" indent="0">
              <a:buNone/>
              <a:defRPr sz="496"/>
            </a:lvl3pPr>
            <a:lvl4pPr marL="567019" indent="0">
              <a:buNone/>
              <a:defRPr sz="413"/>
            </a:lvl4pPr>
            <a:lvl5pPr marL="756026" indent="0">
              <a:buNone/>
              <a:defRPr sz="413"/>
            </a:lvl5pPr>
            <a:lvl6pPr marL="945032" indent="0">
              <a:buNone/>
              <a:defRPr sz="413"/>
            </a:lvl6pPr>
            <a:lvl7pPr marL="1134039" indent="0">
              <a:buNone/>
              <a:defRPr sz="413"/>
            </a:lvl7pPr>
            <a:lvl8pPr marL="1323045" indent="0">
              <a:buNone/>
              <a:defRPr sz="413"/>
            </a:lvl8pPr>
            <a:lvl9pPr marL="1512052" indent="0">
              <a:buNone/>
              <a:defRPr sz="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6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32" y="189018"/>
            <a:ext cx="2022952" cy="661564"/>
          </a:xfrm>
        </p:spPr>
        <p:txBody>
          <a:bodyPr anchor="b"/>
          <a:lstStyle>
            <a:lvl1pPr>
              <a:defRPr sz="13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66507" y="408227"/>
            <a:ext cx="3175308" cy="2014883"/>
          </a:xfrm>
        </p:spPr>
        <p:txBody>
          <a:bodyPr anchor="t"/>
          <a:lstStyle>
            <a:lvl1pPr marL="0" indent="0">
              <a:buNone/>
              <a:defRPr sz="1323"/>
            </a:lvl1pPr>
            <a:lvl2pPr marL="189006" indent="0">
              <a:buNone/>
              <a:defRPr sz="1158"/>
            </a:lvl2pPr>
            <a:lvl3pPr marL="378013" indent="0">
              <a:buNone/>
              <a:defRPr sz="992"/>
            </a:lvl3pPr>
            <a:lvl4pPr marL="567019" indent="0">
              <a:buNone/>
              <a:defRPr sz="827"/>
            </a:lvl4pPr>
            <a:lvl5pPr marL="756026" indent="0">
              <a:buNone/>
              <a:defRPr sz="827"/>
            </a:lvl5pPr>
            <a:lvl6pPr marL="945032" indent="0">
              <a:buNone/>
              <a:defRPr sz="827"/>
            </a:lvl6pPr>
            <a:lvl7pPr marL="1134039" indent="0">
              <a:buNone/>
              <a:defRPr sz="827"/>
            </a:lvl7pPr>
            <a:lvl8pPr marL="1323045" indent="0">
              <a:buNone/>
              <a:defRPr sz="827"/>
            </a:lvl8pPr>
            <a:lvl9pPr marL="1512052" indent="0">
              <a:buNone/>
              <a:defRPr sz="8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2032" y="850583"/>
            <a:ext cx="2022952" cy="1575809"/>
          </a:xfrm>
        </p:spPr>
        <p:txBody>
          <a:bodyPr/>
          <a:lstStyle>
            <a:lvl1pPr marL="0" indent="0">
              <a:buNone/>
              <a:defRPr sz="661"/>
            </a:lvl1pPr>
            <a:lvl2pPr marL="189006" indent="0">
              <a:buNone/>
              <a:defRPr sz="579"/>
            </a:lvl2pPr>
            <a:lvl3pPr marL="378013" indent="0">
              <a:buNone/>
              <a:defRPr sz="496"/>
            </a:lvl3pPr>
            <a:lvl4pPr marL="567019" indent="0">
              <a:buNone/>
              <a:defRPr sz="413"/>
            </a:lvl4pPr>
            <a:lvl5pPr marL="756026" indent="0">
              <a:buNone/>
              <a:defRPr sz="413"/>
            </a:lvl5pPr>
            <a:lvl6pPr marL="945032" indent="0">
              <a:buNone/>
              <a:defRPr sz="413"/>
            </a:lvl6pPr>
            <a:lvl7pPr marL="1134039" indent="0">
              <a:buNone/>
              <a:defRPr sz="413"/>
            </a:lvl7pPr>
            <a:lvl8pPr marL="1323045" indent="0">
              <a:buNone/>
              <a:defRPr sz="413"/>
            </a:lvl8pPr>
            <a:lvl9pPr marL="1512052" indent="0">
              <a:buNone/>
              <a:defRPr sz="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43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6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88552" y="150952"/>
            <a:ext cx="1352446" cy="24027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1215" y="150952"/>
            <a:ext cx="3978935" cy="24027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6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1215" y="150952"/>
            <a:ext cx="5409784" cy="548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215" y="754761"/>
            <a:ext cx="5409784" cy="1798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215" y="2627880"/>
            <a:ext cx="1411248" cy="150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3F1AD-52AB-42AD-9792-3F248794A2B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77671" y="2627880"/>
            <a:ext cx="2116872" cy="150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29750" y="2627880"/>
            <a:ext cx="1411248" cy="150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19954-F56A-47EC-B9D6-FFD4B72BA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4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78013" rtl="0" eaLnBrk="1" latinLnBrk="0" hangingPunct="1">
        <a:lnSpc>
          <a:spcPct val="90000"/>
        </a:lnSpc>
        <a:spcBef>
          <a:spcPct val="0"/>
        </a:spcBef>
        <a:buNone/>
        <a:defRPr sz="18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503" indent="-94503" algn="l" defTabSz="378013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158" kern="1200">
          <a:solidFill>
            <a:schemeClr val="tx1"/>
          </a:solidFill>
          <a:latin typeface="+mn-lt"/>
          <a:ea typeface="+mn-ea"/>
          <a:cs typeface="+mn-cs"/>
        </a:defRPr>
      </a:lvl1pPr>
      <a:lvl2pPr marL="283510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472516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3pPr>
      <a:lvl4pPr marL="661523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4pPr>
      <a:lvl5pPr marL="850529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5pPr>
      <a:lvl6pPr marL="1039536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6pPr>
      <a:lvl7pPr marL="1228542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7pPr>
      <a:lvl8pPr marL="1417549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8pPr>
      <a:lvl9pPr marL="1606555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1pPr>
      <a:lvl2pPr marL="189006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2pPr>
      <a:lvl3pPr marL="378013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3pPr>
      <a:lvl4pPr marL="567019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4pPr>
      <a:lvl5pPr marL="756026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5pPr>
      <a:lvl6pPr marL="945032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6pPr>
      <a:lvl7pPr marL="1134039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7pPr>
      <a:lvl8pPr marL="1323045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8pPr>
      <a:lvl9pPr marL="1512052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414198B-DF3E-8F1E-EC61-C138F684EEE4}"/>
              </a:ext>
            </a:extLst>
          </p:cNvPr>
          <p:cNvGrpSpPr/>
          <p:nvPr/>
        </p:nvGrpSpPr>
        <p:grpSpPr>
          <a:xfrm>
            <a:off x="45720" y="45720"/>
            <a:ext cx="6208775" cy="2743206"/>
            <a:chOff x="0" y="0"/>
            <a:chExt cx="6208775" cy="2743206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04D2091-A806-2637-0954-106CFA39F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1176" y="0"/>
              <a:ext cx="3657599" cy="2743200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193D5A7-DBCC-74DE-21F4-FFC20B0F4636}"/>
                </a:ext>
              </a:extLst>
            </p:cNvPr>
            <p:cNvGrpSpPr/>
            <p:nvPr/>
          </p:nvGrpSpPr>
          <p:grpSpPr>
            <a:xfrm>
              <a:off x="0" y="0"/>
              <a:ext cx="2674684" cy="2743206"/>
              <a:chOff x="0" y="0"/>
              <a:chExt cx="2674684" cy="2743206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1A3D6F70-6D77-1AE7-42F9-DA3BE6DA71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286005" cy="2743206"/>
              </a:xfrm>
              <a:prstGeom prst="rect">
                <a:avLst/>
              </a:prstGeom>
            </p:spPr>
          </p:pic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2303B2F-7855-2234-5DCE-49175B3E485C}"/>
                  </a:ext>
                </a:extLst>
              </p:cNvPr>
              <p:cNvSpPr/>
              <p:nvPr/>
            </p:nvSpPr>
            <p:spPr>
              <a:xfrm>
                <a:off x="721044" y="658815"/>
                <a:ext cx="1517341" cy="4953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rgbClr val="178F9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−92% change in probability of detection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3D28CC5-98A5-7313-8144-8F4C609648A5}"/>
                  </a:ext>
                </a:extLst>
              </p:cNvPr>
              <p:cNvSpPr/>
              <p:nvPr/>
            </p:nvSpPr>
            <p:spPr>
              <a:xfrm>
                <a:off x="984252" y="1062038"/>
                <a:ext cx="1517341" cy="4953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b="1" dirty="0">
                    <a:solidFill>
                      <a:srgbClr val="AE854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−83% change in probability of detection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C455A33-8E9F-43F4-ECC8-63F2B41EDAF9}"/>
                  </a:ext>
                </a:extLst>
              </p:cNvPr>
              <p:cNvSpPr/>
              <p:nvPr/>
            </p:nvSpPr>
            <p:spPr>
              <a:xfrm>
                <a:off x="58135" y="57150"/>
                <a:ext cx="131297" cy="1526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046218C-8D04-61E7-04F4-ABDCFCC46A32}"/>
                  </a:ext>
                </a:extLst>
              </p:cNvPr>
              <p:cNvSpPr/>
              <p:nvPr/>
            </p:nvSpPr>
            <p:spPr>
              <a:xfrm>
                <a:off x="2543387" y="57149"/>
                <a:ext cx="131297" cy="1526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5F16C4B-9537-1AF0-FDC9-59BF9F4F5919}"/>
                </a:ext>
              </a:extLst>
            </p:cNvPr>
            <p:cNvSpPr/>
            <p:nvPr/>
          </p:nvSpPr>
          <p:spPr>
            <a:xfrm>
              <a:off x="1" y="0"/>
              <a:ext cx="2400300" cy="27432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13F5E40-BA00-6966-FFE8-60CA82EF3209}"/>
                </a:ext>
              </a:extLst>
            </p:cNvPr>
            <p:cNvSpPr/>
            <p:nvPr/>
          </p:nvSpPr>
          <p:spPr>
            <a:xfrm>
              <a:off x="2449884" y="0"/>
              <a:ext cx="3730752" cy="27432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7060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18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2026-05-28T23:41:13Z</dcterms:created>
  <dcterms:modified xsi:type="dcterms:W3CDTF">2026-09-17T16:20:53Z</dcterms:modified>
</cp:coreProperties>
</file>