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4727575" cy="5121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92"/>
    <a:srgbClr val="AE8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736B1-AEA3-43F6-A0BD-7FCAC001A7D4}" v="19" dt="2026-09-03T17:40:30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8" autoAdjust="0"/>
    <p:restoredTop sz="94660"/>
  </p:normalViewPr>
  <p:slideViewPr>
    <p:cSldViewPr snapToGrid="0">
      <p:cViewPr>
        <p:scale>
          <a:sx n="125" d="100"/>
          <a:sy n="125" d="100"/>
        </p:scale>
        <p:origin x="220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 modMainMaster">
      <pc:chgData name="Gilbert, Neil" userId="37be9f5c-8f28-415b-96d6-624acf93bb3f" providerId="ADAL" clId="{18ED56B6-1921-416C-9A28-3F6F3C8390B5}" dt="2026-09-03T17:40:30.845" v="183"/>
      <pc:docMkLst>
        <pc:docMk/>
      </pc:docMkLst>
      <pc:sldChg chg="addSp delSp modSp mod">
        <pc:chgData name="Gilbert, Neil" userId="37be9f5c-8f28-415b-96d6-624acf93bb3f" providerId="ADAL" clId="{18ED56B6-1921-416C-9A28-3F6F3C8390B5}" dt="2026-09-03T17:40:30.845" v="183"/>
        <pc:sldMkLst>
          <pc:docMk/>
          <pc:sldMk cId="2165203398" sldId="256"/>
        </pc:sldMkLst>
        <pc:spChg chg="add mod">
          <ac:chgData name="Gilbert, Neil" userId="37be9f5c-8f28-415b-96d6-624acf93bb3f" providerId="ADAL" clId="{18ED56B6-1921-416C-9A28-3F6F3C8390B5}" dt="2026-09-03T17:33:22.915" v="149" actId="164"/>
          <ac:spMkLst>
            <pc:docMk/>
            <pc:sldMk cId="2165203398" sldId="256"/>
            <ac:spMk id="4" creationId="{D3A2D6DF-710B-3720-4C6D-BFC2B82C70D8}"/>
          </ac:spMkLst>
        </pc:spChg>
        <pc:spChg chg="add del">
          <ac:chgData name="Gilbert, Neil" userId="37be9f5c-8f28-415b-96d6-624acf93bb3f" providerId="ADAL" clId="{18ED56B6-1921-416C-9A28-3F6F3C8390B5}" dt="2026-09-03T17:25:47.508" v="61" actId="478"/>
          <ac:spMkLst>
            <pc:docMk/>
            <pc:sldMk cId="2165203398" sldId="256"/>
            <ac:spMk id="6" creationId="{10CABF02-8E9E-B111-92A7-F871C6F3077C}"/>
          </ac:spMkLst>
        </pc:spChg>
        <pc:spChg chg="add mod ord">
          <ac:chgData name="Gilbert, Neil" userId="37be9f5c-8f28-415b-96d6-624acf93bb3f" providerId="ADAL" clId="{18ED56B6-1921-416C-9A28-3F6F3C8390B5}" dt="2026-09-03T17:28:51.326" v="107" actId="164"/>
          <ac:spMkLst>
            <pc:docMk/>
            <pc:sldMk cId="2165203398" sldId="256"/>
            <ac:spMk id="10" creationId="{B1B04EBE-5177-3EF3-22C1-E20EB28AD32E}"/>
          </ac:spMkLst>
        </pc:spChg>
        <pc:spChg chg="add mod ord">
          <ac:chgData name="Gilbert, Neil" userId="37be9f5c-8f28-415b-96d6-624acf93bb3f" providerId="ADAL" clId="{18ED56B6-1921-416C-9A28-3F6F3C8390B5}" dt="2026-09-03T17:33:22.915" v="149" actId="164"/>
          <ac:spMkLst>
            <pc:docMk/>
            <pc:sldMk cId="2165203398" sldId="256"/>
            <ac:spMk id="13" creationId="{B52204DB-5774-19B6-A456-A966CE855586}"/>
          </ac:spMkLst>
        </pc:spChg>
        <pc:spChg chg="add mod">
          <ac:chgData name="Gilbert, Neil" userId="37be9f5c-8f28-415b-96d6-624acf93bb3f" providerId="ADAL" clId="{18ED56B6-1921-416C-9A28-3F6F3C8390B5}" dt="2026-09-03T17:34:52.607" v="154" actId="14100"/>
          <ac:spMkLst>
            <pc:docMk/>
            <pc:sldMk cId="2165203398" sldId="256"/>
            <ac:spMk id="15" creationId="{8E296CFF-F3FA-663B-CD2D-EFB2E0DD3E23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20" creationId="{B52204DB-5774-19B6-A456-A966CE855586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23" creationId="{BCD3D06E-CC25-1B46-9A17-26CAF8C93CF0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24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26" creationId="{B1B04EBE-5177-3EF3-22C1-E20EB28AD32E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27" creationId="{9BD73756-49EC-4CB5-0C3A-7D0370512674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30" creationId="{46B984FC-6679-16BA-F998-6047C13CC4EA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33" creationId="{BD19C6D8-BAA8-0600-F916-9455C8E77F38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36" creationId="{99F67F2C-5E11-C4CF-9D29-FC2BFC11A0CC}"/>
          </ac:spMkLst>
        </pc:spChg>
        <pc:spChg chg="mod">
          <ac:chgData name="Gilbert, Neil" userId="37be9f5c-8f28-415b-96d6-624acf93bb3f" providerId="ADAL" clId="{18ED56B6-1921-416C-9A28-3F6F3C8390B5}" dt="2026-09-03T17:33:25.739" v="151"/>
          <ac:spMkLst>
            <pc:docMk/>
            <pc:sldMk cId="2165203398" sldId="256"/>
            <ac:spMk id="38" creationId="{98D05FE3-5A7E-3100-EF73-242D8696E482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42" creationId="{0E21E371-FCDF-D6DD-1C98-E7F1F5A31D7A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43" creationId="{FA78D632-3EF5-EEF3-7773-0DBAF07DFB00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44" creationId="{7CBB6A18-4C62-1FE0-A525-041D9CDDC471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45" creationId="{088BCC8B-8957-7602-4A3E-ED17B6473B46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46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53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56" creationId="{9BD73756-49EC-4CB5-0C3A-7D0370512674}"/>
          </ac:spMkLst>
        </pc:spChg>
        <pc:spChg chg="mod topLvl">
          <ac:chgData name="Gilbert, Neil" userId="37be9f5c-8f28-415b-96d6-624acf93bb3f" providerId="ADAL" clId="{18ED56B6-1921-416C-9A28-3F6F3C8390B5}" dt="2026-09-03T17:36:03.227" v="163" actId="164"/>
          <ac:spMkLst>
            <pc:docMk/>
            <pc:sldMk cId="2165203398" sldId="256"/>
            <ac:spMk id="65" creationId="{0E21E371-FCDF-D6DD-1C98-E7F1F5A31D7A}"/>
          </ac:spMkLst>
        </pc:spChg>
        <pc:spChg chg="mod topLvl">
          <ac:chgData name="Gilbert, Neil" userId="37be9f5c-8f28-415b-96d6-624acf93bb3f" providerId="ADAL" clId="{18ED56B6-1921-416C-9A28-3F6F3C8390B5}" dt="2026-09-03T17:36:03.227" v="163" actId="164"/>
          <ac:spMkLst>
            <pc:docMk/>
            <pc:sldMk cId="2165203398" sldId="256"/>
            <ac:spMk id="66" creationId="{FA78D632-3EF5-EEF3-7773-0DBAF07DFB00}"/>
          </ac:spMkLst>
        </pc:spChg>
        <pc:spChg chg="mod topLvl">
          <ac:chgData name="Gilbert, Neil" userId="37be9f5c-8f28-415b-96d6-624acf93bb3f" providerId="ADAL" clId="{18ED56B6-1921-416C-9A28-3F6F3C8390B5}" dt="2026-09-03T17:36:03.227" v="163" actId="164"/>
          <ac:spMkLst>
            <pc:docMk/>
            <pc:sldMk cId="2165203398" sldId="256"/>
            <ac:spMk id="67" creationId="{7CBB6A18-4C62-1FE0-A525-041D9CDDC471}"/>
          </ac:spMkLst>
        </pc:spChg>
        <pc:spChg chg="mod topLvl">
          <ac:chgData name="Gilbert, Neil" userId="37be9f5c-8f28-415b-96d6-624acf93bb3f" providerId="ADAL" clId="{18ED56B6-1921-416C-9A28-3F6F3C8390B5}" dt="2026-09-03T17:36:03.227" v="163" actId="164"/>
          <ac:spMkLst>
            <pc:docMk/>
            <pc:sldMk cId="2165203398" sldId="256"/>
            <ac:spMk id="68" creationId="{088BCC8B-8957-7602-4A3E-ED17B6473B46}"/>
          </ac:spMkLst>
        </pc:spChg>
        <pc:spChg chg="mod topLvl">
          <ac:chgData name="Gilbert, Neil" userId="37be9f5c-8f28-415b-96d6-624acf93bb3f" providerId="ADAL" clId="{18ED56B6-1921-416C-9A28-3F6F3C8390B5}" dt="2026-09-03T17:28:51.326" v="107" actId="164"/>
          <ac:spMkLst>
            <pc:docMk/>
            <pc:sldMk cId="2165203398" sldId="256"/>
            <ac:spMk id="69" creationId="{9BD73756-49EC-4CB5-0C3A-7D0370512674}"/>
          </ac:spMkLst>
        </pc:spChg>
        <pc:spChg chg="mod topLvl">
          <ac:chgData name="Gilbert, Neil" userId="37be9f5c-8f28-415b-96d6-624acf93bb3f" providerId="ADAL" clId="{18ED56B6-1921-416C-9A28-3F6F3C8390B5}" dt="2026-09-03T17:33:22.915" v="149" actId="164"/>
          <ac:spMkLst>
            <pc:docMk/>
            <pc:sldMk cId="2165203398" sldId="256"/>
            <ac:spMk id="70" creationId="{BCD3D06E-CC25-1B46-9A17-26CAF8C93CF0}"/>
          </ac:spMkLst>
        </pc:spChg>
        <pc:spChg chg="mod topLvl">
          <ac:chgData name="Gilbert, Neil" userId="37be9f5c-8f28-415b-96d6-624acf93bb3f" providerId="ADAL" clId="{18ED56B6-1921-416C-9A28-3F6F3C8390B5}" dt="2026-09-03T17:36:03.227" v="163" actId="164"/>
          <ac:spMkLst>
            <pc:docMk/>
            <pc:sldMk cId="2165203398" sldId="256"/>
            <ac:spMk id="71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31:25.783" v="123" actId="1076"/>
          <ac:spMkLst>
            <pc:docMk/>
            <pc:sldMk cId="2165203398" sldId="256"/>
            <ac:spMk id="73" creationId="{99F67F2C-5E11-C4CF-9D29-FC2BFC11A0CC}"/>
          </ac:spMkLst>
        </pc:spChg>
        <pc:spChg chg="mod">
          <ac:chgData name="Gilbert, Neil" userId="37be9f5c-8f28-415b-96d6-624acf93bb3f" providerId="ADAL" clId="{18ED56B6-1921-416C-9A28-3F6F3C8390B5}" dt="2026-09-03T17:31:33.466" v="125" actId="1076"/>
          <ac:spMkLst>
            <pc:docMk/>
            <pc:sldMk cId="2165203398" sldId="256"/>
            <ac:spMk id="75" creationId="{98D05FE3-5A7E-3100-EF73-242D8696E482}"/>
          </ac:spMkLst>
        </pc:spChg>
        <pc:spChg chg="mod">
          <ac:chgData name="Gilbert, Neil" userId="37be9f5c-8f28-415b-96d6-624acf93bb3f" providerId="ADAL" clId="{18ED56B6-1921-416C-9A28-3F6F3C8390B5}" dt="2026-09-03T17:26:38.079" v="73" actId="165"/>
          <ac:spMkLst>
            <pc:docMk/>
            <pc:sldMk cId="2165203398" sldId="256"/>
            <ac:spMk id="79" creationId="{46B984FC-6679-16BA-F998-6047C13CC4EA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87" creationId="{99F67F2C-5E11-C4CF-9D29-FC2BFC11A0CC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89" creationId="{98D05FE3-5A7E-3100-EF73-242D8696E482}"/>
          </ac:spMkLst>
        </pc:spChg>
        <pc:spChg chg="mod">
          <ac:chgData name="Gilbert, Neil" userId="37be9f5c-8f28-415b-96d6-624acf93bb3f" providerId="ADAL" clId="{18ED56B6-1921-416C-9A28-3F6F3C8390B5}" dt="2026-09-03T17:36:24.190" v="165"/>
          <ac:spMkLst>
            <pc:docMk/>
            <pc:sldMk cId="2165203398" sldId="256"/>
            <ac:spMk id="91" creationId="{8E296CFF-F3FA-663B-CD2D-EFB2E0DD3E23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94" creationId="{0E21E371-FCDF-D6DD-1C98-E7F1F5A31D7A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95" creationId="{FA78D632-3EF5-EEF3-7773-0DBAF07DFB00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96" creationId="{7CBB6A18-4C62-1FE0-A525-041D9CDDC471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98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01" creationId="{B52204DB-5774-19B6-A456-A966CE855586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04" creationId="{BCD3D06E-CC25-1B46-9A17-26CAF8C93CF0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05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08" creationId="{9BD73756-49EC-4CB5-0C3A-7D0370512674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14" creationId="{BD19C6D8-BAA8-0600-F916-9455C8E77F38}"/>
          </ac:spMkLst>
        </pc:spChg>
        <pc:spChg chg="mod">
          <ac:chgData name="Gilbert, Neil" userId="37be9f5c-8f28-415b-96d6-624acf93bb3f" providerId="ADAL" clId="{18ED56B6-1921-416C-9A28-3F6F3C8390B5}" dt="2026-09-03T17:37:04.851" v="168" actId="113"/>
          <ac:spMkLst>
            <pc:docMk/>
            <pc:sldMk cId="2165203398" sldId="256"/>
            <ac:spMk id="121" creationId="{8E296CFF-F3FA-663B-CD2D-EFB2E0DD3E23}"/>
          </ac:spMkLst>
        </pc:spChg>
        <pc:spChg chg="del mod topLv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24" creationId="{0E21E371-FCDF-D6DD-1C98-E7F1F5A31D7A}"/>
          </ac:spMkLst>
        </pc:spChg>
        <pc:spChg chg="del mod topLv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25" creationId="{FA78D632-3EF5-EEF3-7773-0DBAF07DFB00}"/>
          </ac:spMkLst>
        </pc:spChg>
        <pc:spChg chg="de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26" creationId="{7CBB6A18-4C62-1FE0-A525-041D9CDDC471}"/>
          </ac:spMkLst>
        </pc:spChg>
        <pc:spChg chg="de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27" creationId="{088BCC8B-8957-7602-4A3E-ED17B6473B46}"/>
          </ac:spMkLst>
        </pc:spChg>
        <pc:spChg chg="del mod topLv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28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31" creationId="{B52204DB-5774-19B6-A456-A966CE855586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34" creationId="{BCD3D06E-CC25-1B46-9A17-26CAF8C93CF0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35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37" creationId="{B1B04EBE-5177-3EF3-22C1-E20EB28AD32E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41" creationId="{46B984FC-6679-16BA-F998-6047C13CC4EA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44" creationId="{BD19C6D8-BAA8-0600-F916-9455C8E77F38}"/>
          </ac:spMkLst>
        </pc:spChg>
        <pc:spChg chg="mod">
          <ac:chgData name="Gilbert, Neil" userId="37be9f5c-8f28-415b-96d6-624acf93bb3f" providerId="ADAL" clId="{18ED56B6-1921-416C-9A28-3F6F3C8390B5}" dt="2026-09-03T17:39:37.740" v="177" actId="165"/>
          <ac:spMkLst>
            <pc:docMk/>
            <pc:sldMk cId="2165203398" sldId="256"/>
            <ac:spMk id="147" creationId="{99F67F2C-5E11-C4CF-9D29-FC2BFC11A0CC}"/>
          </ac:spMkLst>
        </pc:spChg>
        <pc:spChg chg="mod">
          <ac:chgData name="Gilbert, Neil" userId="37be9f5c-8f28-415b-96d6-624acf93bb3f" providerId="ADAL" clId="{18ED56B6-1921-416C-9A28-3F6F3C8390B5}" dt="2026-09-03T17:40:16.368" v="181" actId="1076"/>
          <ac:spMkLst>
            <pc:docMk/>
            <pc:sldMk cId="2165203398" sldId="256"/>
            <ac:spMk id="149" creationId="{98D05FE3-5A7E-3100-EF73-242D8696E482}"/>
          </ac:spMkLst>
        </pc:spChg>
        <pc:spChg chg="del mod ord topLvl">
          <ac:chgData name="Gilbert, Neil" userId="37be9f5c-8f28-415b-96d6-624acf93bb3f" providerId="ADAL" clId="{18ED56B6-1921-416C-9A28-3F6F3C8390B5}" dt="2026-09-03T17:40:23.928" v="182" actId="21"/>
          <ac:spMkLst>
            <pc:docMk/>
            <pc:sldMk cId="2165203398" sldId="256"/>
            <ac:spMk id="151" creationId="{8E296CFF-F3FA-663B-CD2D-EFB2E0DD3E23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57" creationId="{088BCC8B-8957-7602-4A3E-ED17B6473B46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58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61" creationId="{B52204DB-5774-19B6-A456-A966CE855586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65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67" creationId="{B1B04EBE-5177-3EF3-22C1-E20EB28AD32E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68" creationId="{9BD73756-49EC-4CB5-0C3A-7D0370512674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74" creationId="{BD19C6D8-BAA8-0600-F916-9455C8E77F38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77" creationId="{99F67F2C-5E11-C4CF-9D29-FC2BFC11A0CC}"/>
          </ac:spMkLst>
        </pc:spChg>
        <pc:spChg chg="mod">
          <ac:chgData name="Gilbert, Neil" userId="37be9f5c-8f28-415b-96d6-624acf93bb3f" providerId="ADAL" clId="{18ED56B6-1921-416C-9A28-3F6F3C8390B5}" dt="2026-09-03T17:37:48.268" v="172"/>
          <ac:spMkLst>
            <pc:docMk/>
            <pc:sldMk cId="2165203398" sldId="256"/>
            <ac:spMk id="179" creationId="{98D05FE3-5A7E-3100-EF73-242D8696E482}"/>
          </ac:spMkLst>
        </pc:spChg>
        <pc:spChg chg="mod">
          <ac:chgData name="Gilbert, Neil" userId="37be9f5c-8f28-415b-96d6-624acf93bb3f" providerId="ADAL" clId="{18ED56B6-1921-416C-9A28-3F6F3C8390B5}" dt="2026-09-03T17:39:25.775" v="174" actId="14100"/>
          <ac:spMkLst>
            <pc:docMk/>
            <pc:sldMk cId="2165203398" sldId="256"/>
            <ac:spMk id="181" creationId="{8E296CFF-F3FA-663B-CD2D-EFB2E0DD3E23}"/>
          </ac:spMkLst>
        </pc:spChg>
        <pc:spChg chg="add 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83" creationId="{0E21E371-FCDF-D6DD-1C98-E7F1F5A31D7A}"/>
          </ac:spMkLst>
        </pc:spChg>
        <pc:spChg chg="add 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84" creationId="{FA78D632-3EF5-EEF3-7773-0DBAF07DFB00}"/>
          </ac:spMkLst>
        </pc:spChg>
        <pc:spChg chg="add 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85" creationId="{7CBB6A18-4C62-1FE0-A525-041D9CDDC471}"/>
          </ac:spMkLst>
        </pc:spChg>
        <pc:spChg chg="add 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87" creationId="{A61FF6A6-BDBA-7AD6-9D62-AD260FCC2F75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90" creationId="{B52204DB-5774-19B6-A456-A966CE855586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93" creationId="{BCD3D06E-CC25-1B46-9A17-26CAF8C93CF0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94" creationId="{D3A2D6DF-710B-3720-4C6D-BFC2B82C70D8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197" creationId="{9BD73756-49EC-4CB5-0C3A-7D0370512674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200" creationId="{46B984FC-6679-16BA-F998-6047C13CC4EA}"/>
          </ac:spMkLst>
        </pc:spChg>
        <pc:spChg chg="mod">
          <ac:chgData name="Gilbert, Neil" userId="37be9f5c-8f28-415b-96d6-624acf93bb3f" providerId="ADAL" clId="{18ED56B6-1921-416C-9A28-3F6F3C8390B5}" dt="2026-09-03T17:40:30.845" v="183"/>
          <ac:spMkLst>
            <pc:docMk/>
            <pc:sldMk cId="2165203398" sldId="256"/>
            <ac:spMk id="203" creationId="{BD19C6D8-BAA8-0600-F916-9455C8E77F38}"/>
          </ac:spMkLst>
        </pc:spChg>
        <pc:grpChg chg="add mod">
          <ac:chgData name="Gilbert, Neil" userId="37be9f5c-8f28-415b-96d6-624acf93bb3f" providerId="ADAL" clId="{18ED56B6-1921-416C-9A28-3F6F3C8390B5}" dt="2026-09-03T17:33:22.915" v="149" actId="164"/>
          <ac:grpSpMkLst>
            <pc:docMk/>
            <pc:sldMk cId="2165203398" sldId="256"/>
            <ac:grpSpMk id="11" creationId="{1C89B2AC-E6F7-96B7-68B5-A9E882DEDB8C}"/>
          </ac:grpSpMkLst>
        </pc:grpChg>
        <pc:grpChg chg="add mod ord">
          <ac:chgData name="Gilbert, Neil" userId="37be9f5c-8f28-415b-96d6-624acf93bb3f" providerId="ADAL" clId="{18ED56B6-1921-416C-9A28-3F6F3C8390B5}" dt="2026-09-03T17:36:03.227" v="163" actId="164"/>
          <ac:grpSpMkLst>
            <pc:docMk/>
            <pc:sldMk cId="2165203398" sldId="256"/>
            <ac:grpSpMk id="16" creationId="{5C726014-114E-88E3-9E0D-B685F16CBAC4}"/>
          </ac:grpSpMkLst>
        </pc:grpChg>
        <pc:grpChg chg="add del mod">
          <ac:chgData name="Gilbert, Neil" userId="37be9f5c-8f28-415b-96d6-624acf93bb3f" providerId="ADAL" clId="{18ED56B6-1921-416C-9A28-3F6F3C8390B5}" dt="2026-09-03T17:33:24.979" v="150" actId="21"/>
          <ac:grpSpMkLst>
            <pc:docMk/>
            <pc:sldMk cId="2165203398" sldId="256"/>
            <ac:grpSpMk id="17" creationId="{3F4CDE92-3C04-8723-5353-AB59C84CBACE}"/>
          </ac:grpSpMkLst>
        </pc:grpChg>
        <pc:grpChg chg="mod">
          <ac:chgData name="Gilbert, Neil" userId="37be9f5c-8f28-415b-96d6-624acf93bb3f" providerId="ADAL" clId="{18ED56B6-1921-416C-9A28-3F6F3C8390B5}" dt="2026-09-03T17:36:03.227" v="163" actId="164"/>
          <ac:grpSpMkLst>
            <pc:docMk/>
            <pc:sldMk cId="2165203398" sldId="256"/>
            <ac:grpSpMk id="18" creationId="{3F4CDE92-3C04-8723-5353-AB59C84CBACE}"/>
          </ac:grpSpMkLst>
        </pc:grpChg>
        <pc:grpChg chg="add del mod">
          <ac:chgData name="Gilbert, Neil" userId="37be9f5c-8f28-415b-96d6-624acf93bb3f" providerId="ADAL" clId="{18ED56B6-1921-416C-9A28-3F6F3C8390B5}" dt="2026-09-03T17:36:23.484" v="164" actId="21"/>
          <ac:grpSpMkLst>
            <pc:docMk/>
            <pc:sldMk cId="2165203398" sldId="256"/>
            <ac:grpSpMk id="39" creationId="{27B64738-3C46-161A-C842-92A08D0A078F}"/>
          </ac:grpSpMkLst>
        </pc:grpChg>
        <pc:grpChg chg="del">
          <ac:chgData name="Gilbert, Neil" userId="37be9f5c-8f28-415b-96d6-624acf93bb3f" providerId="ADAL" clId="{18ED56B6-1921-416C-9A28-3F6F3C8390B5}" dt="2026-09-03T17:36:43.960" v="166" actId="21"/>
          <ac:grpSpMkLst>
            <pc:docMk/>
            <pc:sldMk cId="2165203398" sldId="256"/>
            <ac:grpSpMk id="40" creationId="{27B64738-3C46-161A-C842-92A08D0A078F}"/>
          </ac:grpSpMkLst>
        </pc:grpChg>
        <pc:grpChg chg="mod ord">
          <ac:chgData name="Gilbert, Neil" userId="37be9f5c-8f28-415b-96d6-624acf93bb3f" providerId="ADAL" clId="{18ED56B6-1921-416C-9A28-3F6F3C8390B5}" dt="2026-09-03T17:28:51.326" v="107" actId="164"/>
          <ac:grpSpMkLst>
            <pc:docMk/>
            <pc:sldMk cId="2165203398" sldId="256"/>
            <ac:grpSpMk id="63" creationId="{A43BD0DF-851A-8C8D-5036-D3B915FE47D1}"/>
          </ac:grpSpMkLst>
        </pc:grpChg>
        <pc:grpChg chg="mod">
          <ac:chgData name="Gilbert, Neil" userId="37be9f5c-8f28-415b-96d6-624acf93bb3f" providerId="ADAL" clId="{18ED56B6-1921-416C-9A28-3F6F3C8390B5}" dt="2026-09-03T17:33:22.915" v="149" actId="164"/>
          <ac:grpSpMkLst>
            <pc:docMk/>
            <pc:sldMk cId="2165203398" sldId="256"/>
            <ac:grpSpMk id="64" creationId="{1F1221FE-96B6-2BC8-00DC-B1146062102A}"/>
          </ac:grpSpMkLst>
        </pc:grpChg>
        <pc:grpChg chg="del">
          <ac:chgData name="Gilbert, Neil" userId="37be9f5c-8f28-415b-96d6-624acf93bb3f" providerId="ADAL" clId="{18ED56B6-1921-416C-9A28-3F6F3C8390B5}" dt="2026-09-03T17:37:13.785" v="169" actId="21"/>
          <ac:grpSpMkLst>
            <pc:docMk/>
            <pc:sldMk cId="2165203398" sldId="256"/>
            <ac:grpSpMk id="92" creationId="{27B64738-3C46-161A-C842-92A08D0A078F}"/>
          </ac:grpSpMkLst>
        </pc:grpChg>
        <pc:grpChg chg="add del">
          <ac:chgData name="Gilbert, Neil" userId="37be9f5c-8f28-415b-96d6-624acf93bb3f" providerId="ADAL" clId="{18ED56B6-1921-416C-9A28-3F6F3C8390B5}" dt="2026-09-03T17:39:28.262" v="176" actId="21"/>
          <ac:grpSpMkLst>
            <pc:docMk/>
            <pc:sldMk cId="2165203398" sldId="256"/>
            <ac:grpSpMk id="122" creationId="{27B64738-3C46-161A-C842-92A08D0A078F}"/>
          </ac:grpSpMkLst>
        </pc:grpChg>
        <pc:grpChg chg="del">
          <ac:chgData name="Gilbert, Neil" userId="37be9f5c-8f28-415b-96d6-624acf93bb3f" providerId="ADAL" clId="{18ED56B6-1921-416C-9A28-3F6F3C8390B5}" dt="2026-09-03T17:39:42.916" v="178" actId="165"/>
          <ac:grpSpMkLst>
            <pc:docMk/>
            <pc:sldMk cId="2165203398" sldId="256"/>
            <ac:grpSpMk id="123" creationId="{5C726014-114E-88E3-9E0D-B685F16CBAC4}"/>
          </ac:grpSpMkLst>
        </pc:grpChg>
        <pc:grpChg chg="del">
          <ac:chgData name="Gilbert, Neil" userId="37be9f5c-8f28-415b-96d6-624acf93bb3f" providerId="ADAL" clId="{18ED56B6-1921-416C-9A28-3F6F3C8390B5}" dt="2026-09-03T17:40:23.928" v="182" actId="21"/>
          <ac:grpSpMkLst>
            <pc:docMk/>
            <pc:sldMk cId="2165203398" sldId="256"/>
            <ac:grpSpMk id="129" creationId="{3F4CDE92-3C04-8723-5353-AB59C84CBACE}"/>
          </ac:grpSpMkLst>
        </pc:grpChg>
        <pc:picChg chg="add mod ord modCrop">
          <ac:chgData name="Gilbert, Neil" userId="37be9f5c-8f28-415b-96d6-624acf93bb3f" providerId="ADAL" clId="{18ED56B6-1921-416C-9A28-3F6F3C8390B5}" dt="2026-09-03T17:32:55.608" v="147" actId="164"/>
          <ac:picMkLst>
            <pc:docMk/>
            <pc:sldMk cId="2165203398" sldId="256"/>
            <ac:picMk id="3" creationId="{3312B9E9-F068-BAFD-B712-06C890B1A95D}"/>
          </ac:picMkLst>
        </pc:picChg>
        <pc:picChg chg="add mod ord">
          <ac:chgData name="Gilbert, Neil" userId="37be9f5c-8f28-415b-96d6-624acf93bb3f" providerId="ADAL" clId="{18ED56B6-1921-416C-9A28-3F6F3C8390B5}" dt="2026-09-03T17:33:22.915" v="149" actId="164"/>
          <ac:picMkLst>
            <pc:docMk/>
            <pc:sldMk cId="2165203398" sldId="256"/>
            <ac:picMk id="5" creationId="{3A3FB0E3-DD33-8DBD-C9B2-7D186B2CE335}"/>
          </ac:picMkLst>
        </pc:picChg>
        <pc:picChg chg="add del">
          <ac:chgData name="Gilbert, Neil" userId="37be9f5c-8f28-415b-96d6-624acf93bb3f" providerId="ADAL" clId="{18ED56B6-1921-416C-9A28-3F6F3C8390B5}" dt="2026-09-03T17:25:48.708" v="63" actId="22"/>
          <ac:picMkLst>
            <pc:docMk/>
            <pc:sldMk cId="2165203398" sldId="256"/>
            <ac:picMk id="8" creationId="{F3986D3F-09C6-C9D0-C40B-F59FF1412ACD}"/>
          </ac:picMkLst>
        </pc:picChg>
        <pc:picChg chg="mod">
          <ac:chgData name="Gilbert, Neil" userId="37be9f5c-8f28-415b-96d6-624acf93bb3f" providerId="ADAL" clId="{18ED56B6-1921-416C-9A28-3F6F3C8390B5}" dt="2026-09-03T17:33:25.739" v="151"/>
          <ac:picMkLst>
            <pc:docMk/>
            <pc:sldMk cId="2165203398" sldId="256"/>
            <ac:picMk id="19" creationId="{3A3FB0E3-DD33-8DBD-C9B2-7D186B2CE335}"/>
          </ac:picMkLst>
        </pc:picChg>
        <pc:picChg chg="add del mod">
          <ac:chgData name="Gilbert, Neil" userId="37be9f5c-8f28-415b-96d6-624acf93bb3f" providerId="ADAL" clId="{18ED56B6-1921-416C-9A28-3F6F3C8390B5}" dt="2026-09-03T17:25:08.374" v="53" actId="478"/>
          <ac:picMkLst>
            <pc:docMk/>
            <pc:sldMk cId="2165203398" sldId="256"/>
            <ac:picMk id="72" creationId="{D0FB048F-6D41-1CC3-ACF0-F1D81D1DCC3D}"/>
          </ac:picMkLst>
        </pc:picChg>
        <pc:picChg chg="del mod topLvl">
          <ac:chgData name="Gilbert, Neil" userId="37be9f5c-8f28-415b-96d6-624acf93bb3f" providerId="ADAL" clId="{18ED56B6-1921-416C-9A28-3F6F3C8390B5}" dt="2026-09-03T17:40:23.928" v="182" actId="21"/>
          <ac:picMkLst>
            <pc:docMk/>
            <pc:sldMk cId="2165203398" sldId="256"/>
            <ac:picMk id="150" creationId="{3312B9E9-F068-BAFD-B712-06C890B1A95D}"/>
          </ac:picMkLst>
        </pc:picChg>
        <pc:cxnChg chg="mod">
          <ac:chgData name="Gilbert, Neil" userId="37be9f5c-8f28-415b-96d6-624acf93bb3f" providerId="ADAL" clId="{18ED56B6-1921-416C-9A28-3F6F3C8390B5}" dt="2026-09-03T17:31:22.740" v="122" actId="1076"/>
          <ac:cxnSpMkLst>
            <pc:docMk/>
            <pc:sldMk cId="2165203398" sldId="256"/>
            <ac:cxnSpMk id="74" creationId="{B3AC14C0-D495-739A-92A8-1DEB1A104595}"/>
          </ac:cxnSpMkLst>
        </pc:cxnChg>
      </pc:sldChg>
      <pc:sldMasterChg chg="modSp modSldLayout">
        <pc:chgData name="Gilbert, Neil" userId="37be9f5c-8f28-415b-96d6-624acf93bb3f" providerId="ADAL" clId="{18ED56B6-1921-416C-9A28-3F6F3C8390B5}" dt="2026-09-03T17:39:27.520" v="175"/>
        <pc:sldMasterMkLst>
          <pc:docMk/>
          <pc:sldMasterMk cId="3348616141" sldId="2147483696"/>
        </pc:sldMasterMkLst>
        <pc:spChg chg="mod">
          <ac:chgData name="Gilbert, Neil" userId="37be9f5c-8f28-415b-96d6-624acf93bb3f" providerId="ADAL" clId="{18ED56B6-1921-416C-9A28-3F6F3C8390B5}" dt="2026-09-03T17:39:27.520" v="175"/>
          <ac:spMkLst>
            <pc:docMk/>
            <pc:sldMasterMk cId="3348616141" sldId="2147483696"/>
            <ac:spMk id="2" creationId="{00000000-0000-0000-0000-000000000000}"/>
          </ac:spMkLst>
        </pc:spChg>
        <pc:spChg chg="mod">
          <ac:chgData name="Gilbert, Neil" userId="37be9f5c-8f28-415b-96d6-624acf93bb3f" providerId="ADAL" clId="{18ED56B6-1921-416C-9A28-3F6F3C8390B5}" dt="2026-09-03T17:39:27.520" v="175"/>
          <ac:spMkLst>
            <pc:docMk/>
            <pc:sldMasterMk cId="3348616141" sldId="2147483696"/>
            <ac:spMk id="3" creationId="{00000000-0000-0000-0000-000000000000}"/>
          </ac:spMkLst>
        </pc:spChg>
        <pc:spChg chg="mod">
          <ac:chgData name="Gilbert, Neil" userId="37be9f5c-8f28-415b-96d6-624acf93bb3f" providerId="ADAL" clId="{18ED56B6-1921-416C-9A28-3F6F3C8390B5}" dt="2026-09-03T17:39:27.520" v="175"/>
          <ac:spMkLst>
            <pc:docMk/>
            <pc:sldMasterMk cId="3348616141" sldId="2147483696"/>
            <ac:spMk id="4" creationId="{00000000-0000-0000-0000-000000000000}"/>
          </ac:spMkLst>
        </pc:spChg>
        <pc:spChg chg="mod">
          <ac:chgData name="Gilbert, Neil" userId="37be9f5c-8f28-415b-96d6-624acf93bb3f" providerId="ADAL" clId="{18ED56B6-1921-416C-9A28-3F6F3C8390B5}" dt="2026-09-03T17:39:27.520" v="175"/>
          <ac:spMkLst>
            <pc:docMk/>
            <pc:sldMasterMk cId="3348616141" sldId="2147483696"/>
            <ac:spMk id="5" creationId="{00000000-0000-0000-0000-000000000000}"/>
          </ac:spMkLst>
        </pc:spChg>
        <pc:spChg chg="mod">
          <ac:chgData name="Gilbert, Neil" userId="37be9f5c-8f28-415b-96d6-624acf93bb3f" providerId="ADAL" clId="{18ED56B6-1921-416C-9A28-3F6F3C8390B5}" dt="2026-09-03T17:39:27.520" v="175"/>
          <ac:spMkLst>
            <pc:docMk/>
            <pc:sldMasterMk cId="3348616141" sldId="2147483696"/>
            <ac:spMk id="6" creationId="{00000000-0000-0000-0000-000000000000}"/>
          </ac:spMkLst>
        </pc:sp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3918660156" sldId="2147483697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3918660156" sldId="2147483697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3918660156" sldId="2147483697"/>
              <ac:spMk id="3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2654750959" sldId="2147483699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654750959" sldId="2147483699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654750959" sldId="2147483699"/>
              <ac:spMk id="3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453765560" sldId="2147483700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453765560" sldId="2147483700"/>
              <ac:spMk id="3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453765560" sldId="2147483700"/>
              <ac:spMk id="4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282348633" sldId="2147483701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2348633" sldId="2147483701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2348633" sldId="2147483701"/>
              <ac:spMk id="3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2348633" sldId="2147483701"/>
              <ac:spMk id="4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2348633" sldId="2147483701"/>
              <ac:spMk id="5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2348633" sldId="2147483701"/>
              <ac:spMk id="6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2812652376" sldId="2147483704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12652376" sldId="2147483704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12652376" sldId="2147483704"/>
              <ac:spMk id="3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2812652376" sldId="2147483704"/>
              <ac:spMk id="4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752102783" sldId="2147483705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752102783" sldId="2147483705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752102783" sldId="2147483705"/>
              <ac:spMk id="3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752102783" sldId="2147483705"/>
              <ac:spMk id="4" creationId="{00000000-0000-0000-0000-000000000000}"/>
            </ac:spMkLst>
          </pc:spChg>
        </pc:sldLayoutChg>
        <pc:sldLayoutChg chg="modSp">
          <pc:chgData name="Gilbert, Neil" userId="37be9f5c-8f28-415b-96d6-624acf93bb3f" providerId="ADAL" clId="{18ED56B6-1921-416C-9A28-3F6F3C8390B5}" dt="2026-09-03T17:39:27.520" v="175"/>
          <pc:sldLayoutMkLst>
            <pc:docMk/>
            <pc:sldMasterMk cId="3348616141" sldId="2147483696"/>
            <pc:sldLayoutMk cId="1633056759" sldId="2147483707"/>
          </pc:sldLayoutMkLst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1633056759" sldId="2147483707"/>
              <ac:spMk id="2" creationId="{00000000-0000-0000-0000-000000000000}"/>
            </ac:spMkLst>
          </pc:spChg>
          <pc:spChg chg="mod">
            <ac:chgData name="Gilbert, Neil" userId="37be9f5c-8f28-415b-96d6-624acf93bb3f" providerId="ADAL" clId="{18ED56B6-1921-416C-9A28-3F6F3C8390B5}" dt="2026-09-03T17:39:27.520" v="175"/>
            <ac:spMkLst>
              <pc:docMk/>
              <pc:sldMasterMk cId="3348616141" sldId="2147483696"/>
              <pc:sldLayoutMk cId="1633056759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568" y="838135"/>
            <a:ext cx="4018439" cy="1782962"/>
          </a:xfrm>
        </p:spPr>
        <p:txBody>
          <a:bodyPr anchor="b"/>
          <a:lstStyle>
            <a:lvl1pPr algn="ctr">
              <a:defRPr sz="31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947" y="2689855"/>
            <a:ext cx="3545681" cy="1236456"/>
          </a:xfrm>
        </p:spPr>
        <p:txBody>
          <a:bodyPr/>
          <a:lstStyle>
            <a:lvl1pPr marL="0" indent="0" algn="ctr">
              <a:buNone/>
              <a:defRPr sz="1241"/>
            </a:lvl1pPr>
            <a:lvl2pPr marL="236372" indent="0" algn="ctr">
              <a:buNone/>
              <a:defRPr sz="1034"/>
            </a:lvl2pPr>
            <a:lvl3pPr marL="472745" indent="0" algn="ctr">
              <a:buNone/>
              <a:defRPr sz="931"/>
            </a:lvl3pPr>
            <a:lvl4pPr marL="709117" indent="0" algn="ctr">
              <a:buNone/>
              <a:defRPr sz="827"/>
            </a:lvl4pPr>
            <a:lvl5pPr marL="945490" indent="0" algn="ctr">
              <a:buNone/>
              <a:defRPr sz="827"/>
            </a:lvl5pPr>
            <a:lvl6pPr marL="1181862" indent="0" algn="ctr">
              <a:buNone/>
              <a:defRPr sz="827"/>
            </a:lvl6pPr>
            <a:lvl7pPr marL="1418234" indent="0" algn="ctr">
              <a:buNone/>
              <a:defRPr sz="827"/>
            </a:lvl7pPr>
            <a:lvl8pPr marL="1654607" indent="0" algn="ctr">
              <a:buNone/>
              <a:defRPr sz="827"/>
            </a:lvl8pPr>
            <a:lvl9pPr marL="1890979" indent="0" algn="ctr">
              <a:buNone/>
              <a:defRPr sz="8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0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2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559" y="1276764"/>
            <a:ext cx="4077533" cy="2130308"/>
          </a:xfrm>
        </p:spPr>
        <p:txBody>
          <a:bodyPr anchor="b"/>
          <a:lstStyle>
            <a:lvl1pPr>
              <a:defRPr sz="31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559" y="3427225"/>
            <a:ext cx="4077533" cy="1120279"/>
          </a:xfrm>
        </p:spPr>
        <p:txBody>
          <a:bodyPr/>
          <a:lstStyle>
            <a:lvl1pPr marL="0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1pPr>
            <a:lvl2pPr marL="236372" indent="0">
              <a:buNone/>
              <a:defRPr sz="1034">
                <a:solidFill>
                  <a:schemeClr val="tx1">
                    <a:tint val="82000"/>
                  </a:schemeClr>
                </a:solidFill>
              </a:defRPr>
            </a:lvl2pPr>
            <a:lvl3pPr marL="472745" indent="0">
              <a:buNone/>
              <a:defRPr sz="931">
                <a:solidFill>
                  <a:schemeClr val="tx1">
                    <a:tint val="82000"/>
                  </a:schemeClr>
                </a:solidFill>
              </a:defRPr>
            </a:lvl3pPr>
            <a:lvl4pPr marL="709117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4pPr>
            <a:lvl5pPr marL="945490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5pPr>
            <a:lvl6pPr marL="1181862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6pPr>
            <a:lvl7pPr marL="1418234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7pPr>
            <a:lvl8pPr marL="1654607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8pPr>
            <a:lvl9pPr marL="1890979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0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021" y="1363302"/>
            <a:ext cx="2009219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3335" y="1363302"/>
            <a:ext cx="2009219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8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7" y="272662"/>
            <a:ext cx="4077533" cy="9898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637" y="1255424"/>
            <a:ext cx="1999986" cy="615264"/>
          </a:xfrm>
        </p:spPr>
        <p:txBody>
          <a:bodyPr anchor="b"/>
          <a:lstStyle>
            <a:lvl1pPr marL="0" indent="0">
              <a:buNone/>
              <a:defRPr sz="1241" b="1"/>
            </a:lvl1pPr>
            <a:lvl2pPr marL="236372" indent="0">
              <a:buNone/>
              <a:defRPr sz="1034" b="1"/>
            </a:lvl2pPr>
            <a:lvl3pPr marL="472745" indent="0">
              <a:buNone/>
              <a:defRPr sz="931" b="1"/>
            </a:lvl3pPr>
            <a:lvl4pPr marL="709117" indent="0">
              <a:buNone/>
              <a:defRPr sz="827" b="1"/>
            </a:lvl4pPr>
            <a:lvl5pPr marL="945490" indent="0">
              <a:buNone/>
              <a:defRPr sz="827" b="1"/>
            </a:lvl5pPr>
            <a:lvl6pPr marL="1181862" indent="0">
              <a:buNone/>
              <a:defRPr sz="827" b="1"/>
            </a:lvl6pPr>
            <a:lvl7pPr marL="1418234" indent="0">
              <a:buNone/>
              <a:defRPr sz="827" b="1"/>
            </a:lvl7pPr>
            <a:lvl8pPr marL="1654607" indent="0">
              <a:buNone/>
              <a:defRPr sz="827" b="1"/>
            </a:lvl8pPr>
            <a:lvl9pPr marL="1890979" indent="0">
              <a:buNone/>
              <a:defRPr sz="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5637" y="1870688"/>
            <a:ext cx="1999986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93335" y="1255424"/>
            <a:ext cx="2009835" cy="615264"/>
          </a:xfrm>
        </p:spPr>
        <p:txBody>
          <a:bodyPr anchor="b"/>
          <a:lstStyle>
            <a:lvl1pPr marL="0" indent="0">
              <a:buNone/>
              <a:defRPr sz="1241" b="1"/>
            </a:lvl1pPr>
            <a:lvl2pPr marL="236372" indent="0">
              <a:buNone/>
              <a:defRPr sz="1034" b="1"/>
            </a:lvl2pPr>
            <a:lvl3pPr marL="472745" indent="0">
              <a:buNone/>
              <a:defRPr sz="931" b="1"/>
            </a:lvl3pPr>
            <a:lvl4pPr marL="709117" indent="0">
              <a:buNone/>
              <a:defRPr sz="827" b="1"/>
            </a:lvl4pPr>
            <a:lvl5pPr marL="945490" indent="0">
              <a:buNone/>
              <a:defRPr sz="827" b="1"/>
            </a:lvl5pPr>
            <a:lvl6pPr marL="1181862" indent="0">
              <a:buNone/>
              <a:defRPr sz="827" b="1"/>
            </a:lvl6pPr>
            <a:lvl7pPr marL="1418234" indent="0">
              <a:buNone/>
              <a:defRPr sz="827" b="1"/>
            </a:lvl7pPr>
            <a:lvl8pPr marL="1654607" indent="0">
              <a:buNone/>
              <a:defRPr sz="827" b="1"/>
            </a:lvl8pPr>
            <a:lvl9pPr marL="1890979" indent="0">
              <a:buNone/>
              <a:defRPr sz="8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93335" y="1870688"/>
            <a:ext cx="2009835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9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7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8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7" y="341418"/>
            <a:ext cx="1524766" cy="1194964"/>
          </a:xfrm>
        </p:spPr>
        <p:txBody>
          <a:bodyPr anchor="b"/>
          <a:lstStyle>
            <a:lvl1pPr>
              <a:defRPr sz="1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835" y="737370"/>
            <a:ext cx="2393335" cy="3639425"/>
          </a:xfrm>
        </p:spPr>
        <p:txBody>
          <a:bodyPr/>
          <a:lstStyle>
            <a:lvl1pPr>
              <a:defRPr sz="1654"/>
            </a:lvl1pPr>
            <a:lvl2pPr>
              <a:defRPr sz="1448"/>
            </a:lvl2pPr>
            <a:lvl3pPr>
              <a:defRPr sz="1241"/>
            </a:lvl3pPr>
            <a:lvl4pPr>
              <a:defRPr sz="1034"/>
            </a:lvl4pPr>
            <a:lvl5pPr>
              <a:defRPr sz="1034"/>
            </a:lvl5pPr>
            <a:lvl6pPr>
              <a:defRPr sz="1034"/>
            </a:lvl6pPr>
            <a:lvl7pPr>
              <a:defRPr sz="1034"/>
            </a:lvl7pPr>
            <a:lvl8pPr>
              <a:defRPr sz="1034"/>
            </a:lvl8pPr>
            <a:lvl9pPr>
              <a:defRPr sz="10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637" y="1536382"/>
            <a:ext cx="1524766" cy="2846339"/>
          </a:xfrm>
        </p:spPr>
        <p:txBody>
          <a:bodyPr/>
          <a:lstStyle>
            <a:lvl1pPr marL="0" indent="0">
              <a:buNone/>
              <a:defRPr sz="827"/>
            </a:lvl1pPr>
            <a:lvl2pPr marL="236372" indent="0">
              <a:buNone/>
              <a:defRPr sz="724"/>
            </a:lvl2pPr>
            <a:lvl3pPr marL="472745" indent="0">
              <a:buNone/>
              <a:defRPr sz="620"/>
            </a:lvl3pPr>
            <a:lvl4pPr marL="709117" indent="0">
              <a:buNone/>
              <a:defRPr sz="517"/>
            </a:lvl4pPr>
            <a:lvl5pPr marL="945490" indent="0">
              <a:buNone/>
              <a:defRPr sz="517"/>
            </a:lvl5pPr>
            <a:lvl6pPr marL="1181862" indent="0">
              <a:buNone/>
              <a:defRPr sz="517"/>
            </a:lvl6pPr>
            <a:lvl7pPr marL="1418234" indent="0">
              <a:buNone/>
              <a:defRPr sz="517"/>
            </a:lvl7pPr>
            <a:lvl8pPr marL="1654607" indent="0">
              <a:buNone/>
              <a:defRPr sz="517"/>
            </a:lvl8pPr>
            <a:lvl9pPr marL="1890979" indent="0">
              <a:buNone/>
              <a:defRPr sz="5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2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7" y="341418"/>
            <a:ext cx="1524766" cy="1194964"/>
          </a:xfrm>
        </p:spPr>
        <p:txBody>
          <a:bodyPr anchor="b"/>
          <a:lstStyle>
            <a:lvl1pPr>
              <a:defRPr sz="1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09835" y="737370"/>
            <a:ext cx="2393335" cy="3639425"/>
          </a:xfrm>
        </p:spPr>
        <p:txBody>
          <a:bodyPr anchor="t"/>
          <a:lstStyle>
            <a:lvl1pPr marL="0" indent="0">
              <a:buNone/>
              <a:defRPr sz="1654"/>
            </a:lvl1pPr>
            <a:lvl2pPr marL="236372" indent="0">
              <a:buNone/>
              <a:defRPr sz="1448"/>
            </a:lvl2pPr>
            <a:lvl3pPr marL="472745" indent="0">
              <a:buNone/>
              <a:defRPr sz="1241"/>
            </a:lvl3pPr>
            <a:lvl4pPr marL="709117" indent="0">
              <a:buNone/>
              <a:defRPr sz="1034"/>
            </a:lvl4pPr>
            <a:lvl5pPr marL="945490" indent="0">
              <a:buNone/>
              <a:defRPr sz="1034"/>
            </a:lvl5pPr>
            <a:lvl6pPr marL="1181862" indent="0">
              <a:buNone/>
              <a:defRPr sz="1034"/>
            </a:lvl6pPr>
            <a:lvl7pPr marL="1418234" indent="0">
              <a:buNone/>
              <a:defRPr sz="1034"/>
            </a:lvl7pPr>
            <a:lvl8pPr marL="1654607" indent="0">
              <a:buNone/>
              <a:defRPr sz="1034"/>
            </a:lvl8pPr>
            <a:lvl9pPr marL="1890979" indent="0">
              <a:buNone/>
              <a:defRPr sz="103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637" y="1536382"/>
            <a:ext cx="1524766" cy="2846339"/>
          </a:xfrm>
        </p:spPr>
        <p:txBody>
          <a:bodyPr/>
          <a:lstStyle>
            <a:lvl1pPr marL="0" indent="0">
              <a:buNone/>
              <a:defRPr sz="827"/>
            </a:lvl1pPr>
            <a:lvl2pPr marL="236372" indent="0">
              <a:buNone/>
              <a:defRPr sz="724"/>
            </a:lvl2pPr>
            <a:lvl3pPr marL="472745" indent="0">
              <a:buNone/>
              <a:defRPr sz="620"/>
            </a:lvl3pPr>
            <a:lvl4pPr marL="709117" indent="0">
              <a:buNone/>
              <a:defRPr sz="517"/>
            </a:lvl4pPr>
            <a:lvl5pPr marL="945490" indent="0">
              <a:buNone/>
              <a:defRPr sz="517"/>
            </a:lvl5pPr>
            <a:lvl6pPr marL="1181862" indent="0">
              <a:buNone/>
              <a:defRPr sz="517"/>
            </a:lvl6pPr>
            <a:lvl7pPr marL="1418234" indent="0">
              <a:buNone/>
              <a:defRPr sz="517"/>
            </a:lvl7pPr>
            <a:lvl8pPr marL="1654607" indent="0">
              <a:buNone/>
              <a:defRPr sz="517"/>
            </a:lvl8pPr>
            <a:lvl9pPr marL="1890979" indent="0">
              <a:buNone/>
              <a:defRPr sz="5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9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1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83171" y="272660"/>
            <a:ext cx="1019383" cy="4340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021" y="272660"/>
            <a:ext cx="2999055" cy="4340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5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5021" y="272662"/>
            <a:ext cx="4077533" cy="989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021" y="1363302"/>
            <a:ext cx="4077533" cy="3249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5021" y="4746665"/>
            <a:ext cx="1063704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2A46F-7BDB-4139-9993-9E5D6C6B550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6009" y="4746665"/>
            <a:ext cx="1595557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38850" y="4746665"/>
            <a:ext cx="1063704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3117A-3B8C-4916-B285-3AA5C2AD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9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72745" rtl="0" eaLnBrk="1" latinLnBrk="0" hangingPunct="1">
        <a:lnSpc>
          <a:spcPct val="90000"/>
        </a:lnSpc>
        <a:spcBef>
          <a:spcPct val="0"/>
        </a:spcBef>
        <a:buNone/>
        <a:defRPr sz="2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186" indent="-118186" algn="l" defTabSz="472745" rtl="0" eaLnBrk="1" latinLnBrk="0" hangingPunct="1">
        <a:lnSpc>
          <a:spcPct val="90000"/>
        </a:lnSpc>
        <a:spcBef>
          <a:spcPts val="517"/>
        </a:spcBef>
        <a:buFont typeface="Arial" panose="020B0604020202020204" pitchFamily="34" charset="0"/>
        <a:buChar char="•"/>
        <a:defRPr sz="1448" kern="1200">
          <a:solidFill>
            <a:schemeClr val="tx1"/>
          </a:solidFill>
          <a:latin typeface="+mn-lt"/>
          <a:ea typeface="+mn-ea"/>
          <a:cs typeface="+mn-cs"/>
        </a:defRPr>
      </a:lvl1pPr>
      <a:lvl2pPr marL="354559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1241" kern="1200">
          <a:solidFill>
            <a:schemeClr val="tx1"/>
          </a:solidFill>
          <a:latin typeface="+mn-lt"/>
          <a:ea typeface="+mn-ea"/>
          <a:cs typeface="+mn-cs"/>
        </a:defRPr>
      </a:lvl2pPr>
      <a:lvl3pPr marL="590931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1034" kern="1200">
          <a:solidFill>
            <a:schemeClr val="tx1"/>
          </a:solidFill>
          <a:latin typeface="+mn-lt"/>
          <a:ea typeface="+mn-ea"/>
          <a:cs typeface="+mn-cs"/>
        </a:defRPr>
      </a:lvl3pPr>
      <a:lvl4pPr marL="827303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4pPr>
      <a:lvl5pPr marL="1063676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5pPr>
      <a:lvl6pPr marL="1300048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6pPr>
      <a:lvl7pPr marL="1536421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7pPr>
      <a:lvl8pPr marL="1772793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8pPr>
      <a:lvl9pPr marL="2009165" indent="-118186" algn="l" defTabSz="472745" rtl="0" eaLnBrk="1" latinLnBrk="0" hangingPunct="1">
        <a:lnSpc>
          <a:spcPct val="90000"/>
        </a:lnSpc>
        <a:spcBef>
          <a:spcPts val="259"/>
        </a:spcBef>
        <a:buFont typeface="Arial" panose="020B0604020202020204" pitchFamily="34" charset="0"/>
        <a:buChar char="•"/>
        <a:defRPr sz="9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1pPr>
      <a:lvl2pPr marL="236372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2pPr>
      <a:lvl3pPr marL="472745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3pPr>
      <a:lvl4pPr marL="709117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4pPr>
      <a:lvl5pPr marL="945490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5pPr>
      <a:lvl6pPr marL="1181862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6pPr>
      <a:lvl7pPr marL="1418234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7pPr>
      <a:lvl8pPr marL="1654607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8pPr>
      <a:lvl9pPr marL="1890979" algn="l" defTabSz="472745" rtl="0" eaLnBrk="1" latinLnBrk="0" hangingPunct="1">
        <a:defRPr sz="9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1">
            <a:extLst>
              <a:ext uri="{FF2B5EF4-FFF2-40B4-BE49-F238E27FC236}">
                <a16:creationId xmlns:a16="http://schemas.microsoft.com/office/drawing/2014/main" id="{3312B9E9-F068-BAFD-B712-06C890B1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2"/>
          <a:stretch>
            <a:fillRect/>
          </a:stretch>
        </p:blipFill>
        <p:spPr>
          <a:xfrm>
            <a:off x="76601" y="2377440"/>
            <a:ext cx="4572000" cy="2701439"/>
          </a:xfrm>
          <a:prstGeom prst="rect">
            <a:avLst/>
          </a:prstGeom>
        </p:spPr>
      </p:pic>
      <p:sp>
        <p:nvSpPr>
          <p:cNvPr id="183" name="Rectangle 182">
            <a:extLst>
              <a:ext uri="{FF2B5EF4-FFF2-40B4-BE49-F238E27FC236}">
                <a16:creationId xmlns:a16="http://schemas.microsoft.com/office/drawing/2014/main" id="{0E21E371-FCDF-D6DD-1C98-E7F1F5A31D7A}"/>
              </a:ext>
            </a:extLst>
          </p:cNvPr>
          <p:cNvSpPr/>
          <p:nvPr/>
        </p:nvSpPr>
        <p:spPr>
          <a:xfrm>
            <a:off x="486669" y="3003079"/>
            <a:ext cx="1053920" cy="281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78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of 7.3 species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A78D632-3EF5-EEF3-7773-0DBAF07DFB00}"/>
              </a:ext>
            </a:extLst>
          </p:cNvPr>
          <p:cNvSpPr/>
          <p:nvPr/>
        </p:nvSpPr>
        <p:spPr>
          <a:xfrm>
            <a:off x="486669" y="3818101"/>
            <a:ext cx="1053920" cy="281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AE85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of 1.4 species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CBB6A18-4C62-1FE0-A525-041D9CDDC471}"/>
              </a:ext>
            </a:extLst>
          </p:cNvPr>
          <p:cNvSpPr/>
          <p:nvPr/>
        </p:nvSpPr>
        <p:spPr>
          <a:xfrm>
            <a:off x="2593432" y="3976299"/>
            <a:ext cx="1053920" cy="281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AE85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of 0.5 species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88BCC8B-8957-7602-4A3E-ED17B6473B46}"/>
              </a:ext>
            </a:extLst>
          </p:cNvPr>
          <p:cNvSpPr/>
          <p:nvPr/>
        </p:nvSpPr>
        <p:spPr>
          <a:xfrm>
            <a:off x="3373283" y="3672389"/>
            <a:ext cx="1053920" cy="281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78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of 0.4 species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61FF6A6-BDBA-7AD6-9D62-AD260FCC2F75}"/>
              </a:ext>
            </a:extLst>
          </p:cNvPr>
          <p:cNvSpPr/>
          <p:nvPr/>
        </p:nvSpPr>
        <p:spPr>
          <a:xfrm>
            <a:off x="73152" y="2414016"/>
            <a:ext cx="131297" cy="152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F4CDE92-3C04-8723-5353-AB59C84CBACE}"/>
              </a:ext>
            </a:extLst>
          </p:cNvPr>
          <p:cNvGrpSpPr/>
          <p:nvPr/>
        </p:nvGrpSpPr>
        <p:grpSpPr>
          <a:xfrm>
            <a:off x="45720" y="45720"/>
            <a:ext cx="4636008" cy="2331725"/>
            <a:chOff x="45720" y="45720"/>
            <a:chExt cx="4636008" cy="2331725"/>
          </a:xfrm>
        </p:grpSpPr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3A3FB0E3-DD33-8DBD-C9B2-7D186B2CE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37" y="91439"/>
              <a:ext cx="2286005" cy="2286005"/>
            </a:xfrm>
            <a:prstGeom prst="rect">
              <a:avLst/>
            </a:prstGeom>
          </p:spPr>
        </p:pic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52204DB-5774-19B6-A456-A966CE855586}"/>
                </a:ext>
              </a:extLst>
            </p:cNvPr>
            <p:cNvSpPr/>
            <p:nvPr/>
          </p:nvSpPr>
          <p:spPr>
            <a:xfrm>
              <a:off x="2395728" y="45720"/>
              <a:ext cx="2286000" cy="22860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1F1221FE-96B6-2BC8-00DC-B1146062102A}"/>
                </a:ext>
              </a:extLst>
            </p:cNvPr>
            <p:cNvGrpSpPr/>
            <p:nvPr/>
          </p:nvGrpSpPr>
          <p:grpSpPr>
            <a:xfrm>
              <a:off x="2909987" y="607790"/>
              <a:ext cx="1591769" cy="1001147"/>
              <a:chOff x="2909987" y="744946"/>
              <a:chExt cx="1591769" cy="1001147"/>
            </a:xfrm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99F67F2C-5E11-C4CF-9D29-FC2BFC11A0CC}"/>
                  </a:ext>
                </a:extLst>
              </p:cNvPr>
              <p:cNvSpPr/>
              <p:nvPr/>
            </p:nvSpPr>
            <p:spPr>
              <a:xfrm rot="18288285">
                <a:off x="2553273" y="1101660"/>
                <a:ext cx="904882" cy="1914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tx1"/>
                    </a:solidFill>
                  </a:rPr>
                  <a:t>Chicago, USA</a:t>
                </a:r>
              </a:p>
            </p:txBody>
          </p: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B3AC14C0-D495-739A-92A8-1DEB1A1045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0367" y="1444626"/>
                <a:ext cx="0" cy="3014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98D05FE3-5A7E-3100-EF73-242D8696E482}"/>
                  </a:ext>
                </a:extLst>
              </p:cNvPr>
              <p:cNvSpPr/>
              <p:nvPr/>
            </p:nvSpPr>
            <p:spPr>
              <a:xfrm rot="18288285">
                <a:off x="4063842" y="1101659"/>
                <a:ext cx="684375" cy="1914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tx1"/>
                    </a:solidFill>
                  </a:rPr>
                  <a:t>Berlin, Germany</a:t>
                </a: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C89B2AC-E6F7-96B7-68B5-A9E882DEDB8C}"/>
                </a:ext>
              </a:extLst>
            </p:cNvPr>
            <p:cNvGrpSpPr/>
            <p:nvPr/>
          </p:nvGrpSpPr>
          <p:grpSpPr>
            <a:xfrm>
              <a:off x="45720" y="45720"/>
              <a:ext cx="2287915" cy="2331725"/>
              <a:chOff x="45720" y="45720"/>
              <a:chExt cx="2287915" cy="2331725"/>
            </a:xfrm>
          </p:grpSpPr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A43BD0DF-851A-8C8D-5036-D3B915FE47D1}"/>
                  </a:ext>
                </a:extLst>
              </p:cNvPr>
              <p:cNvGrpSpPr/>
              <p:nvPr/>
            </p:nvGrpSpPr>
            <p:grpSpPr>
              <a:xfrm>
                <a:off x="47630" y="91440"/>
                <a:ext cx="2286005" cy="2286005"/>
                <a:chOff x="0" y="228596"/>
                <a:chExt cx="2286005" cy="2286005"/>
              </a:xfrm>
            </p:grpSpPr>
            <p:pic>
              <p:nvPicPr>
                <p:cNvPr id="198" name="Picture 197">
                  <a:extLst>
                    <a:ext uri="{FF2B5EF4-FFF2-40B4-BE49-F238E27FC236}">
                      <a16:creationId xmlns:a16="http://schemas.microsoft.com/office/drawing/2014/main" id="{59CD165E-F0F5-1AE0-AEC4-DC0A9FCA3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228596"/>
                  <a:ext cx="2286005" cy="2286005"/>
                </a:xfrm>
                <a:prstGeom prst="rect">
                  <a:avLst/>
                </a:prstGeom>
              </p:spPr>
            </p:pic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7F8EFD37-BE90-7E11-694F-CE32549FB337}"/>
                    </a:ext>
                  </a:extLst>
                </p:cNvPr>
                <p:cNvGrpSpPr/>
                <p:nvPr/>
              </p:nvGrpSpPr>
              <p:grpSpPr>
                <a:xfrm>
                  <a:off x="385943" y="301530"/>
                  <a:ext cx="1900052" cy="1790606"/>
                  <a:chOff x="385943" y="301530"/>
                  <a:chExt cx="1900052" cy="1790606"/>
                </a:xfrm>
              </p:grpSpPr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46B984FC-6679-16BA-F998-6047C13CC4EA}"/>
                      </a:ext>
                    </a:extLst>
                  </p:cNvPr>
                  <p:cNvSpPr/>
                  <p:nvPr/>
                </p:nvSpPr>
                <p:spPr>
                  <a:xfrm>
                    <a:off x="385943" y="374464"/>
                    <a:ext cx="1900052" cy="2810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000" b="1" dirty="0">
                        <a:solidFill>
                          <a:srgbClr val="178F9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loss of 7.8 species</a:t>
                    </a:r>
                  </a:p>
                </p:txBody>
              </p: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0BEAAE1C-875A-A949-C79F-BEAA10836F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8170" y="301530"/>
                    <a:ext cx="544822" cy="146145"/>
                  </a:xfrm>
                  <a:prstGeom prst="line">
                    <a:avLst/>
                  </a:prstGeom>
                  <a:ln w="63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7FDD7380-2464-64C4-52F3-F5A4197E4B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87475" y="600075"/>
                    <a:ext cx="715645" cy="1312545"/>
                  </a:xfrm>
                  <a:prstGeom prst="line">
                    <a:avLst/>
                  </a:prstGeom>
                  <a:ln w="63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BD19C6D8-BAA8-0600-F916-9455C8E77F38}"/>
                      </a:ext>
                    </a:extLst>
                  </p:cNvPr>
                  <p:cNvSpPr/>
                  <p:nvPr/>
                </p:nvSpPr>
                <p:spPr>
                  <a:xfrm>
                    <a:off x="425639" y="1811087"/>
                    <a:ext cx="831349" cy="2810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000" b="1" dirty="0">
                        <a:solidFill>
                          <a:srgbClr val="AE854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loss of 3.0 species</a:t>
                    </a:r>
                  </a:p>
                </p:txBody>
              </p: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CBFACCB6-88B2-E554-C0FD-47A50175A3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3088" y="1623525"/>
                    <a:ext cx="0" cy="187562"/>
                  </a:xfrm>
                  <a:prstGeom prst="line">
                    <a:avLst/>
                  </a:prstGeom>
                  <a:ln w="63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5D51FCF1-A072-85AF-E0AC-EAA8924C2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21556" y="2058737"/>
                    <a:ext cx="1038066" cy="0"/>
                  </a:xfrm>
                  <a:prstGeom prst="line">
                    <a:avLst/>
                  </a:prstGeom>
                  <a:ln w="63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1B04EBE-5177-3EF3-22C1-E20EB28AD32E}"/>
                  </a:ext>
                </a:extLst>
              </p:cNvPr>
              <p:cNvSpPr/>
              <p:nvPr/>
            </p:nvSpPr>
            <p:spPr>
              <a:xfrm>
                <a:off x="45720" y="45720"/>
                <a:ext cx="2286005" cy="2286005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BD73756-49EC-4CB5-0C3A-7D0370512674}"/>
                  </a:ext>
                </a:extLst>
              </p:cNvPr>
              <p:cNvSpPr/>
              <p:nvPr/>
            </p:nvSpPr>
            <p:spPr>
              <a:xfrm>
                <a:off x="69250" y="83609"/>
                <a:ext cx="131297" cy="1526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</p:grp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BCD3D06E-CC25-1B46-9A17-26CAF8C93CF0}"/>
                </a:ext>
              </a:extLst>
            </p:cNvPr>
            <p:cNvSpPr/>
            <p:nvPr/>
          </p:nvSpPr>
          <p:spPr>
            <a:xfrm>
              <a:off x="2423160" y="82296"/>
              <a:ext cx="131297" cy="1526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3A2D6DF-710B-3720-4C6D-BFC2B82C70D8}"/>
                </a:ext>
              </a:extLst>
            </p:cNvPr>
            <p:cNvSpPr/>
            <p:nvPr/>
          </p:nvSpPr>
          <p:spPr>
            <a:xfrm>
              <a:off x="4328126" y="1202173"/>
              <a:ext cx="198154" cy="378618"/>
            </a:xfrm>
            <a:custGeom>
              <a:avLst/>
              <a:gdLst>
                <a:gd name="csX0" fmla="*/ 0 w 198154"/>
                <a:gd name="csY0" fmla="*/ 378618 h 378618"/>
                <a:gd name="csX1" fmla="*/ 183357 w 198154"/>
                <a:gd name="csY1" fmla="*/ 157162 h 378618"/>
                <a:gd name="csX2" fmla="*/ 173832 w 198154"/>
                <a:gd name="csY2" fmla="*/ 0 h 378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8154" h="378618">
                  <a:moveTo>
                    <a:pt x="0" y="378618"/>
                  </a:moveTo>
                  <a:cubicBezTo>
                    <a:pt x="77192" y="299441"/>
                    <a:pt x="154385" y="220265"/>
                    <a:pt x="183357" y="157162"/>
                  </a:cubicBezTo>
                  <a:cubicBezTo>
                    <a:pt x="212329" y="94059"/>
                    <a:pt x="193080" y="47029"/>
                    <a:pt x="173832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E296CFF-F3FA-663B-CD2D-EFB2E0DD3E23}"/>
              </a:ext>
            </a:extLst>
          </p:cNvPr>
          <p:cNvSpPr/>
          <p:nvPr/>
        </p:nvSpPr>
        <p:spPr>
          <a:xfrm>
            <a:off x="45436" y="2377441"/>
            <a:ext cx="4636292" cy="2701438"/>
          </a:xfrm>
          <a:prstGeom prst="rect">
            <a:avLst/>
          </a:prstGeom>
          <a:solidFill>
            <a:schemeClr val="accent1">
              <a:alpha val="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520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33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2026-05-28T22:59:48Z</dcterms:created>
  <dcterms:modified xsi:type="dcterms:W3CDTF">2026-09-03T17:40:32Z</dcterms:modified>
</cp:coreProperties>
</file>