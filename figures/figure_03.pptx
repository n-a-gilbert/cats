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4572000" cy="502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8F92"/>
    <a:srgbClr val="AE8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8" autoAdjust="0"/>
    <p:restoredTop sz="94660"/>
  </p:normalViewPr>
  <p:slideViewPr>
    <p:cSldViewPr snapToGrid="0">
      <p:cViewPr>
        <p:scale>
          <a:sx n="150" d="100"/>
          <a:sy n="150" d="100"/>
        </p:scale>
        <p:origin x="128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undo custSel modSld">
      <pc:chgData name="Gilbert, Neil" userId="37be9f5c-8f28-415b-96d6-624acf93bb3f" providerId="ADAL" clId="{18ED56B6-1921-416C-9A28-3F6F3C8390B5}" dt="2026-08-12T16:30:27.147" v="50" actId="692"/>
      <pc:docMkLst>
        <pc:docMk/>
      </pc:docMkLst>
      <pc:sldChg chg="addSp delSp modSp mod">
        <pc:chgData name="Gilbert, Neil" userId="37be9f5c-8f28-415b-96d6-624acf93bb3f" providerId="ADAL" clId="{18ED56B6-1921-416C-9A28-3F6F3C8390B5}" dt="2026-08-12T16:30:27.147" v="50" actId="692"/>
        <pc:sldMkLst>
          <pc:docMk/>
          <pc:sldMk cId="2165203398" sldId="256"/>
        </pc:sldMkLst>
        <pc:spChg chg="add mod">
          <ac:chgData name="Gilbert, Neil" userId="37be9f5c-8f28-415b-96d6-624acf93bb3f" providerId="ADAL" clId="{18ED56B6-1921-416C-9A28-3F6F3C8390B5}" dt="2026-08-12T16:30:27.147" v="50" actId="692"/>
          <ac:spMkLst>
            <pc:docMk/>
            <pc:sldMk cId="2165203398" sldId="256"/>
            <ac:spMk id="4" creationId="{D3A2D6DF-710B-3720-4C6D-BFC2B82C70D8}"/>
          </ac:spMkLst>
        </pc:spChg>
        <pc:spChg chg="mod">
          <ac:chgData name="Gilbert, Neil" userId="37be9f5c-8f28-415b-96d6-624acf93bb3f" providerId="ADAL" clId="{18ED56B6-1921-416C-9A28-3F6F3C8390B5}" dt="2026-08-12T16:28:05.293" v="20" actId="1076"/>
          <ac:spMkLst>
            <pc:docMk/>
            <pc:sldMk cId="2165203398" sldId="256"/>
            <ac:spMk id="67" creationId="{7CBB6A18-4C62-1FE0-A525-041D9CDDC471}"/>
          </ac:spMkLst>
        </pc:spChg>
        <pc:spChg chg="mod">
          <ac:chgData name="Gilbert, Neil" userId="37be9f5c-8f28-415b-96d6-624acf93bb3f" providerId="ADAL" clId="{18ED56B6-1921-416C-9A28-3F6F3C8390B5}" dt="2026-08-12T16:28:02.881" v="19" actId="1076"/>
          <ac:spMkLst>
            <pc:docMk/>
            <pc:sldMk cId="2165203398" sldId="256"/>
            <ac:spMk id="68" creationId="{088BCC8B-8957-7602-4A3E-ED17B6473B46}"/>
          </ac:spMkLst>
        </pc:spChg>
        <pc:spChg chg="mod">
          <ac:chgData name="Gilbert, Neil" userId="37be9f5c-8f28-415b-96d6-624acf93bb3f" providerId="ADAL" clId="{18ED56B6-1921-416C-9A28-3F6F3C8390B5}" dt="2026-08-12T16:28:56.613" v="26" actId="14100"/>
          <ac:spMkLst>
            <pc:docMk/>
            <pc:sldMk cId="2165203398" sldId="256"/>
            <ac:spMk id="73" creationId="{99F67F2C-5E11-C4CF-9D29-FC2BFC11A0CC}"/>
          </ac:spMkLst>
        </pc:spChg>
        <pc:spChg chg="mod">
          <ac:chgData name="Gilbert, Neil" userId="37be9f5c-8f28-415b-96d6-624acf93bb3f" providerId="ADAL" clId="{18ED56B6-1921-416C-9A28-3F6F3C8390B5}" dt="2026-08-12T16:29:55.800" v="46" actId="1076"/>
          <ac:spMkLst>
            <pc:docMk/>
            <pc:sldMk cId="2165203398" sldId="256"/>
            <ac:spMk id="75" creationId="{98D05FE3-5A7E-3100-EF73-242D8696E482}"/>
          </ac:spMkLst>
        </pc:spChg>
        <pc:picChg chg="add mod ord modCrop">
          <ac:chgData name="Gilbert, Neil" userId="37be9f5c-8f28-415b-96d6-624acf93bb3f" providerId="ADAL" clId="{18ED56B6-1921-416C-9A28-3F6F3C8390B5}" dt="2026-08-12T16:27:58.204" v="18" actId="1076"/>
          <ac:picMkLst>
            <pc:docMk/>
            <pc:sldMk cId="2165203398" sldId="256"/>
            <ac:picMk id="3" creationId="{3312B9E9-F068-BAFD-B712-06C890B1A95D}"/>
          </ac:picMkLst>
        </pc:picChg>
        <pc:picChg chg="del">
          <ac:chgData name="Gilbert, Neil" userId="37be9f5c-8f28-415b-96d6-624acf93bb3f" providerId="ADAL" clId="{18ED56B6-1921-416C-9A28-3F6F3C8390B5}" dt="2026-08-12T16:26:35.609" v="0" actId="478"/>
          <ac:picMkLst>
            <pc:docMk/>
            <pc:sldMk cId="2165203398" sldId="256"/>
            <ac:picMk id="62" creationId="{61C9BB25-7979-3A9C-246D-5BFEAF4BF0D6}"/>
          </ac:picMkLst>
        </pc:picChg>
        <pc:picChg chg="mod">
          <ac:chgData name="Gilbert, Neil" userId="37be9f5c-8f28-415b-96d6-624acf93bb3f" providerId="ADAL" clId="{18ED56B6-1921-416C-9A28-3F6F3C8390B5}" dt="2026-08-12T16:28:59.345" v="28" actId="1076"/>
          <ac:picMkLst>
            <pc:docMk/>
            <pc:sldMk cId="2165203398" sldId="256"/>
            <ac:picMk id="72" creationId="{D0FB048F-6D41-1CC3-ACF0-F1D81D1DCC3D}"/>
          </ac:picMkLst>
        </pc:picChg>
        <pc:cxnChg chg="del">
          <ac:chgData name="Gilbert, Neil" userId="37be9f5c-8f28-415b-96d6-624acf93bb3f" providerId="ADAL" clId="{18ED56B6-1921-416C-9A28-3F6F3C8390B5}" dt="2026-08-12T16:29:59.943" v="47" actId="478"/>
          <ac:cxnSpMkLst>
            <pc:docMk/>
            <pc:sldMk cId="2165203398" sldId="256"/>
            <ac:cxnSpMk id="76" creationId="{235E9802-AE20-4A87-7B4E-9540788DAFC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823066"/>
            <a:ext cx="3886200" cy="1750907"/>
          </a:xfrm>
        </p:spPr>
        <p:txBody>
          <a:bodyPr anchor="b"/>
          <a:lstStyle>
            <a:lvl1pPr algn="ctr"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" y="2641495"/>
            <a:ext cx="3429000" cy="1214225"/>
          </a:xfrm>
        </p:spPr>
        <p:txBody>
          <a:bodyPr/>
          <a:lstStyle>
            <a:lvl1pPr marL="0" indent="0" algn="ctr">
              <a:buNone/>
              <a:defRPr sz="1200"/>
            </a:lvl1pPr>
            <a:lvl2pPr marL="228600" indent="0" algn="ctr">
              <a:buNone/>
              <a:defRPr sz="1000"/>
            </a:lvl2pPr>
            <a:lvl3pPr marL="457200" indent="0" algn="ctr">
              <a:buNone/>
              <a:defRPr sz="900"/>
            </a:lvl3pPr>
            <a:lvl4pPr marL="685800" indent="0" algn="ctr">
              <a:buNone/>
              <a:defRPr sz="800"/>
            </a:lvl4pPr>
            <a:lvl5pPr marL="914400" indent="0" algn="ctr">
              <a:buNone/>
              <a:defRPr sz="800"/>
            </a:lvl5pPr>
            <a:lvl6pPr marL="1143000" indent="0" algn="ctr">
              <a:buNone/>
              <a:defRPr sz="800"/>
            </a:lvl6pPr>
            <a:lvl7pPr marL="1371600" indent="0" algn="ctr">
              <a:buNone/>
              <a:defRPr sz="800"/>
            </a:lvl7pPr>
            <a:lvl8pPr marL="1600200" indent="0" algn="ctr">
              <a:buNone/>
              <a:defRPr sz="800"/>
            </a:lvl8pPr>
            <a:lvl9pPr marL="1828800" indent="0" algn="ctr">
              <a:buNone/>
              <a:defRPr sz="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302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942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4" y="1253809"/>
            <a:ext cx="3943350" cy="2092007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4" y="3365607"/>
            <a:ext cx="3943350" cy="1100137"/>
          </a:xfrm>
        </p:spPr>
        <p:txBody>
          <a:bodyPr/>
          <a:lstStyle>
            <a:lvl1pPr marL="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  <a:lvl2pPr marL="228600" indent="0">
              <a:buNone/>
              <a:defRPr sz="1000">
                <a:solidFill>
                  <a:schemeClr val="tx1">
                    <a:tint val="82000"/>
                  </a:schemeClr>
                </a:solidFill>
              </a:defRPr>
            </a:lvl2pPr>
            <a:lvl3pPr marL="45720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3pPr>
            <a:lvl4pPr marL="6858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4pPr>
            <a:lvl5pPr marL="9144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5pPr>
            <a:lvl6pPr marL="11430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6pPr>
            <a:lvl7pPr marL="13716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7pPr>
            <a:lvl8pPr marL="16002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8pPr>
            <a:lvl9pPr marL="18288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867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" y="1338792"/>
            <a:ext cx="1943100" cy="31909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" y="1338792"/>
            <a:ext cx="1943100" cy="31909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287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267759"/>
            <a:ext cx="3943350" cy="972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1" y="1232853"/>
            <a:ext cx="1934170" cy="60420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1" y="1837055"/>
            <a:ext cx="1934170" cy="27020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" y="1232853"/>
            <a:ext cx="1943696" cy="60420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" y="1837055"/>
            <a:ext cx="1943696" cy="27020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452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14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558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335280"/>
            <a:ext cx="1474589" cy="117348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" y="724113"/>
            <a:ext cx="2314575" cy="3573992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1508760"/>
            <a:ext cx="1474589" cy="2795165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820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335280"/>
            <a:ext cx="1474589" cy="117348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" y="724113"/>
            <a:ext cx="2314575" cy="3573992"/>
          </a:xfrm>
        </p:spPr>
        <p:txBody>
          <a:bodyPr anchor="t"/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000"/>
            </a:lvl4pPr>
            <a:lvl5pPr marL="914400" indent="0">
              <a:buNone/>
              <a:defRPr sz="1000"/>
            </a:lvl5pPr>
            <a:lvl6pPr marL="1143000" indent="0">
              <a:buNone/>
              <a:defRPr sz="1000"/>
            </a:lvl6pPr>
            <a:lvl7pPr marL="1371600" indent="0">
              <a:buNone/>
              <a:defRPr sz="1000"/>
            </a:lvl7pPr>
            <a:lvl8pPr marL="1600200" indent="0">
              <a:buNone/>
              <a:defRPr sz="1000"/>
            </a:lvl8pPr>
            <a:lvl9pPr marL="1828800" indent="0">
              <a:buNone/>
              <a:defRPr sz="1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1508760"/>
            <a:ext cx="1474589" cy="2795165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95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715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8" y="267758"/>
            <a:ext cx="985838" cy="42620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" y="267758"/>
            <a:ext cx="2900363" cy="42620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84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" y="267759"/>
            <a:ext cx="3943350" cy="97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" y="1338792"/>
            <a:ext cx="3943350" cy="3190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" y="4661325"/>
            <a:ext cx="102870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E2A46F-7BDB-4139-9993-9E5D6C6B550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" y="4661325"/>
            <a:ext cx="154305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" y="4661325"/>
            <a:ext cx="102870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F3117A-3B8C-4916-B285-3AA5C2AD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2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4300" indent="-114300" algn="l" defTabSz="4572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571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800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2573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714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943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0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828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12B9E9-F068-BAFD-B712-06C890B1A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22"/>
          <a:stretch>
            <a:fillRect/>
          </a:stretch>
        </p:blipFill>
        <p:spPr>
          <a:xfrm>
            <a:off x="0" y="2327761"/>
            <a:ext cx="4572000" cy="2701439"/>
          </a:xfrm>
          <a:prstGeom prst="rect">
            <a:avLst/>
          </a:prstGeom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C14FF0A8-DA51-7A66-C6D8-CA13BC6E09C2}"/>
              </a:ext>
            </a:extLst>
          </p:cNvPr>
          <p:cNvGrpSpPr/>
          <p:nvPr/>
        </p:nvGrpSpPr>
        <p:grpSpPr>
          <a:xfrm>
            <a:off x="0" y="91440"/>
            <a:ext cx="4572000" cy="4165908"/>
            <a:chOff x="0" y="0"/>
            <a:chExt cx="4572000" cy="416590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43BD0DF-851A-8C8D-5036-D3B915FE47D1}"/>
                </a:ext>
              </a:extLst>
            </p:cNvPr>
            <p:cNvGrpSpPr/>
            <p:nvPr/>
          </p:nvGrpSpPr>
          <p:grpSpPr>
            <a:xfrm>
              <a:off x="0" y="0"/>
              <a:ext cx="2286005" cy="2286005"/>
              <a:chOff x="0" y="228596"/>
              <a:chExt cx="2286005" cy="2286005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59CD165E-F0F5-1AE0-AEC4-DC0A9FCA3A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228596"/>
                <a:ext cx="2286005" cy="2286005"/>
              </a:xfrm>
              <a:prstGeom prst="rect">
                <a:avLst/>
              </a:prstGeom>
            </p:spPr>
          </p:pic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7F8EFD37-BE90-7E11-694F-CE32549FB337}"/>
                  </a:ext>
                </a:extLst>
              </p:cNvPr>
              <p:cNvGrpSpPr/>
              <p:nvPr/>
            </p:nvGrpSpPr>
            <p:grpSpPr>
              <a:xfrm>
                <a:off x="385943" y="301530"/>
                <a:ext cx="1900052" cy="1790606"/>
                <a:chOff x="385943" y="301530"/>
                <a:chExt cx="1900052" cy="1790606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46B984FC-6679-16BA-F998-6047C13CC4EA}"/>
                    </a:ext>
                  </a:extLst>
                </p:cNvPr>
                <p:cNvSpPr/>
                <p:nvPr/>
              </p:nvSpPr>
              <p:spPr>
                <a:xfrm>
                  <a:off x="385943" y="374464"/>
                  <a:ext cx="1900052" cy="28104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b="1" dirty="0">
                      <a:solidFill>
                        <a:srgbClr val="178F92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loss of 7.8 species</a:t>
                  </a:r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0BEAAE1C-875A-A949-C79F-BEAA10836F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8170" y="301530"/>
                  <a:ext cx="544822" cy="146145"/>
                </a:xfrm>
                <a:prstGeom prst="line">
                  <a:avLst/>
                </a:prstGeom>
                <a:ln w="6350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7FDD7380-2464-64C4-52F3-F5A4197E4B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87475" y="600075"/>
                  <a:ext cx="715645" cy="1312545"/>
                </a:xfrm>
                <a:prstGeom prst="line">
                  <a:avLst/>
                </a:prstGeom>
                <a:ln w="6350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BD19C6D8-BAA8-0600-F916-9455C8E77F38}"/>
                    </a:ext>
                  </a:extLst>
                </p:cNvPr>
                <p:cNvSpPr/>
                <p:nvPr/>
              </p:nvSpPr>
              <p:spPr>
                <a:xfrm>
                  <a:off x="425639" y="1811087"/>
                  <a:ext cx="831349" cy="28104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000" b="1" dirty="0">
                      <a:solidFill>
                        <a:srgbClr val="AE8548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loss of 3.0 species</a:t>
                  </a:r>
                </a:p>
              </p:txBody>
            </p: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CBFACCB6-88B2-E554-C0FD-47A50175A3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3088" y="1623525"/>
                  <a:ext cx="0" cy="187562"/>
                </a:xfrm>
                <a:prstGeom prst="line">
                  <a:avLst/>
                </a:prstGeom>
                <a:ln w="6350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5D51FCF1-A072-85AF-E0AC-EAA8924C23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21556" y="2058737"/>
                  <a:ext cx="1038066" cy="0"/>
                </a:xfrm>
                <a:prstGeom prst="line">
                  <a:avLst/>
                </a:prstGeom>
                <a:ln w="6350">
                  <a:solidFill>
                    <a:schemeClr val="bg1">
                      <a:lumMod val="65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1F1221FE-96B6-2BC8-00DC-B1146062102A}"/>
                </a:ext>
              </a:extLst>
            </p:cNvPr>
            <p:cNvGrpSpPr/>
            <p:nvPr/>
          </p:nvGrpSpPr>
          <p:grpSpPr>
            <a:xfrm>
              <a:off x="2285995" y="0"/>
              <a:ext cx="2286005" cy="2286005"/>
              <a:chOff x="2285995" y="228596"/>
              <a:chExt cx="2286005" cy="2286005"/>
            </a:xfrm>
          </p:grpSpPr>
          <p:pic>
            <p:nvPicPr>
              <p:cNvPr id="72" name="Picture 71">
                <a:extLst>
                  <a:ext uri="{FF2B5EF4-FFF2-40B4-BE49-F238E27FC236}">
                    <a16:creationId xmlns:a16="http://schemas.microsoft.com/office/drawing/2014/main" id="{D0FB048F-6D41-1CC3-ACF0-F1D81D1DC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85995" y="228596"/>
                <a:ext cx="2286005" cy="2286005"/>
              </a:xfrm>
              <a:prstGeom prst="rect">
                <a:avLst/>
              </a:prstGeom>
            </p:spPr>
          </p:pic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99F67F2C-5E11-C4CF-9D29-FC2BFC11A0CC}"/>
                  </a:ext>
                </a:extLst>
              </p:cNvPr>
              <p:cNvSpPr/>
              <p:nvPr/>
            </p:nvSpPr>
            <p:spPr>
              <a:xfrm rot="18288285">
                <a:off x="2475797" y="1171796"/>
                <a:ext cx="904882" cy="19145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</a:rPr>
                  <a:t>Chicago, USA</a:t>
                </a:r>
              </a:p>
            </p:txBody>
          </p:sp>
          <p:cxnSp>
            <p:nvCxnSpPr>
              <p:cNvPr id="74" name="Straight Arrow Connector 73">
                <a:extLst>
                  <a:ext uri="{FF2B5EF4-FFF2-40B4-BE49-F238E27FC236}">
                    <a16:creationId xmlns:a16="http://schemas.microsoft.com/office/drawing/2014/main" id="{B3AC14C0-D495-739A-92A8-1DEB1A1045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167" y="1438276"/>
                <a:ext cx="0" cy="3014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8D05FE3-5A7E-3100-EF73-242D8696E482}"/>
                  </a:ext>
                </a:extLst>
              </p:cNvPr>
              <p:cNvSpPr/>
              <p:nvPr/>
            </p:nvSpPr>
            <p:spPr>
              <a:xfrm rot="18288285">
                <a:off x="3981809" y="1121932"/>
                <a:ext cx="651383" cy="19145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</a:rPr>
                  <a:t>Berlin, Germany</a:t>
                </a:r>
              </a:p>
            </p:txBody>
          </p:sp>
        </p:grp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E21E371-FCDF-D6DD-1C98-E7F1F5A31D7A}"/>
                </a:ext>
              </a:extLst>
            </p:cNvPr>
            <p:cNvSpPr/>
            <p:nvPr/>
          </p:nvSpPr>
          <p:spPr>
            <a:xfrm>
              <a:off x="425639" y="2918966"/>
              <a:ext cx="1053920" cy="2810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dirty="0">
                  <a:solidFill>
                    <a:srgbClr val="178F9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loss of 7.3 species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FA78D632-3EF5-EEF3-7773-0DBAF07DFB00}"/>
                </a:ext>
              </a:extLst>
            </p:cNvPr>
            <p:cNvSpPr/>
            <p:nvPr/>
          </p:nvSpPr>
          <p:spPr>
            <a:xfrm>
              <a:off x="486669" y="3727965"/>
              <a:ext cx="1053920" cy="2810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dirty="0">
                  <a:solidFill>
                    <a:srgbClr val="AE854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loss of 1.4 species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CBB6A18-4C62-1FE0-A525-041D9CDDC471}"/>
                </a:ext>
              </a:extLst>
            </p:cNvPr>
            <p:cNvSpPr/>
            <p:nvPr/>
          </p:nvSpPr>
          <p:spPr>
            <a:xfrm>
              <a:off x="2593432" y="3884859"/>
              <a:ext cx="1053920" cy="2810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dirty="0">
                  <a:solidFill>
                    <a:srgbClr val="AE854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loss of 0.5 species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88BCC8B-8957-7602-4A3E-ED17B6473B46}"/>
                </a:ext>
              </a:extLst>
            </p:cNvPr>
            <p:cNvSpPr/>
            <p:nvPr/>
          </p:nvSpPr>
          <p:spPr>
            <a:xfrm>
              <a:off x="3342560" y="3586137"/>
              <a:ext cx="1053920" cy="2810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dirty="0">
                  <a:solidFill>
                    <a:srgbClr val="178F9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loss of 0.4 species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BD73756-49EC-4CB5-0C3A-7D0370512674}"/>
                </a:ext>
              </a:extLst>
            </p:cNvPr>
            <p:cNvSpPr/>
            <p:nvPr/>
          </p:nvSpPr>
          <p:spPr>
            <a:xfrm>
              <a:off x="45435" y="39798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CD3D06E-CC25-1B46-9A17-26CAF8C93CF0}"/>
                </a:ext>
              </a:extLst>
            </p:cNvPr>
            <p:cNvSpPr/>
            <p:nvPr/>
          </p:nvSpPr>
          <p:spPr>
            <a:xfrm>
              <a:off x="2331440" y="39798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61FF6A6-BDBA-7AD6-9D62-AD260FCC2F75}"/>
                </a:ext>
              </a:extLst>
            </p:cNvPr>
            <p:cNvSpPr/>
            <p:nvPr/>
          </p:nvSpPr>
          <p:spPr>
            <a:xfrm>
              <a:off x="45434" y="2209679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A2D6DF-710B-3720-4C6D-BFC2B82C70D8}"/>
              </a:ext>
            </a:extLst>
          </p:cNvPr>
          <p:cNvSpPr/>
          <p:nvPr/>
        </p:nvSpPr>
        <p:spPr>
          <a:xfrm>
            <a:off x="4241006" y="1147763"/>
            <a:ext cx="198154" cy="378618"/>
          </a:xfrm>
          <a:custGeom>
            <a:avLst/>
            <a:gdLst>
              <a:gd name="csX0" fmla="*/ 0 w 198154"/>
              <a:gd name="csY0" fmla="*/ 378618 h 378618"/>
              <a:gd name="csX1" fmla="*/ 183357 w 198154"/>
              <a:gd name="csY1" fmla="*/ 157162 h 378618"/>
              <a:gd name="csX2" fmla="*/ 173832 w 198154"/>
              <a:gd name="csY2" fmla="*/ 0 h 378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8154" h="378618">
                <a:moveTo>
                  <a:pt x="0" y="378618"/>
                </a:moveTo>
                <a:cubicBezTo>
                  <a:pt x="77192" y="299441"/>
                  <a:pt x="154385" y="220265"/>
                  <a:pt x="183357" y="157162"/>
                </a:cubicBezTo>
                <a:cubicBezTo>
                  <a:pt x="212329" y="94059"/>
                  <a:pt x="193080" y="47029"/>
                  <a:pt x="173832" y="0"/>
                </a:cubicBezTo>
              </a:path>
            </a:pathLst>
          </a:custGeom>
          <a:noFill/>
          <a:ln>
            <a:solidFill>
              <a:schemeClr val="tx1"/>
            </a:solidFill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203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</TotalTime>
  <Words>33</Words>
  <Application>Microsoft Office PowerPoint</Application>
  <PresentationFormat>Custom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2026-05-28T22:59:48Z</dcterms:created>
  <dcterms:modified xsi:type="dcterms:W3CDTF">2026-08-12T16:30:33Z</dcterms:modified>
</cp:coreProperties>
</file>