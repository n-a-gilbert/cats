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72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8" autoAdjust="0"/>
    <p:restoredTop sz="94660"/>
  </p:normalViewPr>
  <p:slideViewPr>
    <p:cSldViewPr snapToGrid="0">
      <p:cViewPr>
        <p:scale>
          <a:sx n="150" d="100"/>
          <a:sy n="150" d="100"/>
        </p:scale>
        <p:origin x="128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448945"/>
            <a:ext cx="3429000" cy="95504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440815"/>
            <a:ext cx="3429000" cy="662305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6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1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683895"/>
            <a:ext cx="3943350" cy="1141095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1835785"/>
            <a:ext cx="3943350" cy="600075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82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9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730250"/>
            <a:ext cx="19431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730250"/>
            <a:ext cx="19431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0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46050"/>
            <a:ext cx="394335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672465"/>
            <a:ext cx="1934170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002030"/>
            <a:ext cx="193417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672465"/>
            <a:ext cx="1943696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002030"/>
            <a:ext cx="194369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2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92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6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394970"/>
            <a:ext cx="2314575" cy="1949450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9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394970"/>
            <a:ext cx="2314575" cy="1949450"/>
          </a:xfrm>
        </p:spPr>
        <p:txBody>
          <a:bodyPr anchor="t"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2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46050"/>
            <a:ext cx="985838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46050"/>
            <a:ext cx="2900363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9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46050"/>
            <a:ext cx="394335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730250"/>
            <a:ext cx="394335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310A8-7FFE-444E-823C-10489A456B4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75FA5-437B-464D-9A0D-AF04B7588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0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4E986F-32F9-363C-E78A-7C1E4AF9A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1999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EFEE58-BA3A-216F-DEED-456F91A8144C}"/>
              </a:ext>
            </a:extLst>
          </p:cNvPr>
          <p:cNvSpPr/>
          <p:nvPr/>
        </p:nvSpPr>
        <p:spPr>
          <a:xfrm>
            <a:off x="664198" y="129174"/>
            <a:ext cx="699466" cy="258970"/>
          </a:xfrm>
          <a:prstGeom prst="rect">
            <a:avLst/>
          </a:prstGeom>
          <a:solidFill>
            <a:srgbClr val="06314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correlation: 0.02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1E4B1B-49B8-DA3C-0B2C-89AF4D76CBAF}"/>
              </a:ext>
            </a:extLst>
          </p:cNvPr>
          <p:cNvSpPr/>
          <p:nvPr/>
        </p:nvSpPr>
        <p:spPr>
          <a:xfrm>
            <a:off x="2159623" y="129174"/>
            <a:ext cx="699466" cy="258970"/>
          </a:xfrm>
          <a:prstGeom prst="rect">
            <a:avLst/>
          </a:prstGeom>
          <a:solidFill>
            <a:srgbClr val="06314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correlation: 0.18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B601C-A8E9-4A29-F827-3774ADB73CA0}"/>
              </a:ext>
            </a:extLst>
          </p:cNvPr>
          <p:cNvSpPr/>
          <p:nvPr/>
        </p:nvSpPr>
        <p:spPr>
          <a:xfrm>
            <a:off x="3635516" y="129174"/>
            <a:ext cx="699466" cy="258970"/>
          </a:xfrm>
          <a:prstGeom prst="rect">
            <a:avLst/>
          </a:prstGeom>
          <a:solidFill>
            <a:srgbClr val="06314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correlation: −0.60</a:t>
            </a:r>
          </a:p>
        </p:txBody>
      </p:sp>
    </p:spTree>
    <p:extLst>
      <p:ext uri="{BB962C8B-B14F-4D97-AF65-F5344CB8AC3E}">
        <p14:creationId xmlns:p14="http://schemas.microsoft.com/office/powerpoint/2010/main" val="339812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10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2026-08-13T19:34:45Z</dcterms:created>
  <dcterms:modified xsi:type="dcterms:W3CDTF">2026-08-13T19:55:58Z</dcterms:modified>
</cp:coreProperties>
</file>